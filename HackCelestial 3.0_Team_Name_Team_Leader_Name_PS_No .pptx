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9" r:id="rId4"/>
    <p:sldMasterId id="2147483710" r:id="rId5"/>
    <p:sldMasterId id="214748371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9144000" cy="5143500"/>
  <p:embeddedFontLst>
    <p:embeddedFont>
      <p:font typeface="Kodchasan"/>
      <p:regular r:id="rId15"/>
      <p:bold r:id="rId16"/>
      <p:italic r:id="rId17"/>
      <p:boldItalic r:id="rId18"/>
    </p:embeddedFont>
    <p:embeddedFont>
      <p:font typeface="DM Sans Medium"/>
      <p:regular r:id="rId19"/>
      <p:bold r:id="rId20"/>
      <p:italic r:id="rId21"/>
      <p:boldItalic r:id="rId22"/>
    </p:embeddedFont>
    <p:embeddedFont>
      <p:font typeface="Inter"/>
      <p:bold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Kodchasan-regular.fntdata"/><Relationship Id="rId14" Type="http://schemas.openxmlformats.org/officeDocument/2006/relationships/slide" Target="slides/slide7.xml"/><Relationship Id="rId17" Type="http://schemas.openxmlformats.org/officeDocument/2006/relationships/font" Target="fonts/Kodchasan-italic.fntdata"/><Relationship Id="rId16" Type="http://schemas.openxmlformats.org/officeDocument/2006/relationships/font" Target="fonts/Kodchasan-bold.fntdata"/><Relationship Id="rId19" Type="http://schemas.openxmlformats.org/officeDocument/2006/relationships/font" Target="fonts/DMSansMedium-regular.fntdata"/><Relationship Id="rId18" Type="http://schemas.openxmlformats.org/officeDocument/2006/relationships/font" Target="fonts/Kodchasan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g3f72ee5a00f_0_58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9" name="Google Shape;1169;g3f72ee5a00f_0_58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f727875c25_1_639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3f727875c25_1_63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f727875c25_1_644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3f727875c25_1_644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g3f727875c25_1_649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1" name="Google Shape;1201;g3f727875c25_1_64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3f727875c25_1_654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3f727875c25_1_654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f72eb5a02b_2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3f72eb5a02b_2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3f727875c25_1_659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3f727875c25_1_65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obj">
  <p:cSld name="OBJECT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399" y="134672"/>
            <a:ext cx="451724" cy="459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61055" y="229112"/>
            <a:ext cx="2621890" cy="38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2467" y="249412"/>
            <a:ext cx="507900" cy="4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1028" y="193174"/>
            <a:ext cx="282476" cy="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63400" y="574435"/>
            <a:ext cx="6913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39487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79643" y="1098982"/>
            <a:ext cx="70002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94876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39487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>
                <a:solidFill>
                  <a:srgbClr val="394876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63400" y="574435"/>
            <a:ext cx="6913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39487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63400" y="574435"/>
            <a:ext cx="6913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>
                <a:solidFill>
                  <a:srgbClr val="39487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ctrTitle"/>
          </p:nvPr>
        </p:nvSpPr>
        <p:spPr>
          <a:xfrm>
            <a:off x="713225" y="840775"/>
            <a:ext cx="4565100" cy="28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713225" y="3641925"/>
            <a:ext cx="4565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" name="Google Shape;51;p8"/>
          <p:cNvSpPr/>
          <p:nvPr/>
        </p:nvSpPr>
        <p:spPr>
          <a:xfrm rot="10800000">
            <a:off x="4725848" y="-18202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8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8"/>
          <p:cNvGrpSpPr/>
          <p:nvPr/>
        </p:nvGrpSpPr>
        <p:grpSpPr>
          <a:xfrm>
            <a:off x="8150130" y="3452752"/>
            <a:ext cx="873870" cy="1690744"/>
            <a:chOff x="8150130" y="3452752"/>
            <a:chExt cx="873870" cy="1690744"/>
          </a:xfrm>
        </p:grpSpPr>
        <p:sp>
          <p:nvSpPr>
            <p:cNvPr id="54" name="Google Shape;54;p8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8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 rot="10800000">
            <a:off x="4725848" y="-18202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9"/>
          <p:cNvGrpSpPr/>
          <p:nvPr/>
        </p:nvGrpSpPr>
        <p:grpSpPr>
          <a:xfrm>
            <a:off x="7990037" y="3248177"/>
            <a:ext cx="881494" cy="1895311"/>
            <a:chOff x="5237920" y="2828534"/>
            <a:chExt cx="815217" cy="1752808"/>
          </a:xfrm>
        </p:grpSpPr>
        <p:sp>
          <p:nvSpPr>
            <p:cNvPr id="68" name="Google Shape;68;p9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9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9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9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9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9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9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9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9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9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9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9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9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9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9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9"/>
          <p:cNvSpPr txBox="1"/>
          <p:nvPr>
            <p:ph type="title"/>
          </p:nvPr>
        </p:nvSpPr>
        <p:spPr>
          <a:xfrm>
            <a:off x="1123625" y="2016838"/>
            <a:ext cx="4005900" cy="18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9"/>
          <p:cNvSpPr txBox="1"/>
          <p:nvPr>
            <p:ph hasCustomPrompt="1" idx="2" type="title"/>
          </p:nvPr>
        </p:nvSpPr>
        <p:spPr>
          <a:xfrm>
            <a:off x="1123625" y="1147426"/>
            <a:ext cx="1717200" cy="8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93" name="Google Shape;93;p9"/>
          <p:cNvSpPr txBox="1"/>
          <p:nvPr>
            <p:ph idx="1" type="subTitle"/>
          </p:nvPr>
        </p:nvSpPr>
        <p:spPr>
          <a:xfrm>
            <a:off x="1123625" y="3783013"/>
            <a:ext cx="40059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10"/>
          <p:cNvGrpSpPr/>
          <p:nvPr/>
        </p:nvGrpSpPr>
        <p:grpSpPr>
          <a:xfrm>
            <a:off x="8608730" y="3452752"/>
            <a:ext cx="873870" cy="1690744"/>
            <a:chOff x="8150130" y="3452752"/>
            <a:chExt cx="873870" cy="1690744"/>
          </a:xfrm>
        </p:grpSpPr>
        <p:sp>
          <p:nvSpPr>
            <p:cNvPr id="97" name="Google Shape;97;p10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10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" name="Google Shape;109;p10"/>
          <p:cNvSpPr txBox="1"/>
          <p:nvPr>
            <p:ph idx="1" type="body"/>
          </p:nvPr>
        </p:nvSpPr>
        <p:spPr>
          <a:xfrm>
            <a:off x="720000" y="1099317"/>
            <a:ext cx="7704000" cy="27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lphaLcPeriod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romanLcPeriod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rabicPeriod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lphaLcPeriod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romanLcPeriod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rabicPeriod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lphaLcPeriod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>
            <a:off x="-1145827" y="2784148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" name="Google Shape;113;p11"/>
          <p:cNvGrpSpPr/>
          <p:nvPr/>
        </p:nvGrpSpPr>
        <p:grpSpPr>
          <a:xfrm>
            <a:off x="7990037" y="3248177"/>
            <a:ext cx="881494" cy="1895311"/>
            <a:chOff x="5237920" y="2828534"/>
            <a:chExt cx="815217" cy="1752808"/>
          </a:xfrm>
        </p:grpSpPr>
        <p:sp>
          <p:nvSpPr>
            <p:cNvPr id="114" name="Google Shape;114;p11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1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4767685" y="2247500"/>
            <a:ext cx="2341500" cy="1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9" name="Google Shape;139;p11"/>
          <p:cNvSpPr txBox="1"/>
          <p:nvPr>
            <p:ph idx="2" type="subTitle"/>
          </p:nvPr>
        </p:nvSpPr>
        <p:spPr>
          <a:xfrm>
            <a:off x="2034827" y="2247500"/>
            <a:ext cx="2341500" cy="1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0" name="Google Shape;140;p11"/>
          <p:cNvSpPr txBox="1"/>
          <p:nvPr>
            <p:ph idx="3" type="subTitle"/>
          </p:nvPr>
        </p:nvSpPr>
        <p:spPr>
          <a:xfrm>
            <a:off x="4767671" y="1911025"/>
            <a:ext cx="2341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41" name="Google Shape;141;p11"/>
          <p:cNvSpPr txBox="1"/>
          <p:nvPr>
            <p:ph idx="4" type="subTitle"/>
          </p:nvPr>
        </p:nvSpPr>
        <p:spPr>
          <a:xfrm>
            <a:off x="2034815" y="1911025"/>
            <a:ext cx="2341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4" name="Google Shape;144;p12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2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8" name="Google Shape;148;p13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-462310" y="366475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 flipH="1">
            <a:off x="6457240" y="3406825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"/>
          <p:cNvSpPr txBox="1"/>
          <p:nvPr>
            <p:ph idx="1" type="subTitle"/>
          </p:nvPr>
        </p:nvSpPr>
        <p:spPr>
          <a:xfrm>
            <a:off x="1561700" y="1935775"/>
            <a:ext cx="3639000" cy="15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dchasan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156" name="Google Shape;156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15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15"/>
          <p:cNvGrpSpPr/>
          <p:nvPr/>
        </p:nvGrpSpPr>
        <p:grpSpPr>
          <a:xfrm>
            <a:off x="8023170" y="3390697"/>
            <a:ext cx="815217" cy="1752808"/>
            <a:chOff x="5237920" y="2828534"/>
            <a:chExt cx="815217" cy="1752808"/>
          </a:xfrm>
        </p:grpSpPr>
        <p:sp>
          <p:nvSpPr>
            <p:cNvPr id="159" name="Google Shape;159;p15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" name="Google Shape;182;p15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" name="Google Shape;183;p15"/>
          <p:cNvGrpSpPr/>
          <p:nvPr/>
        </p:nvGrpSpPr>
        <p:grpSpPr>
          <a:xfrm>
            <a:off x="220368" y="3452752"/>
            <a:ext cx="873870" cy="1690744"/>
            <a:chOff x="8150130" y="3452752"/>
            <a:chExt cx="873870" cy="1690744"/>
          </a:xfrm>
        </p:grpSpPr>
        <p:sp>
          <p:nvSpPr>
            <p:cNvPr id="184" name="Google Shape;184;p15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/>
          <p:nvPr>
            <p:ph type="title"/>
          </p:nvPr>
        </p:nvSpPr>
        <p:spPr>
          <a:xfrm>
            <a:off x="1926175" y="1037175"/>
            <a:ext cx="5291700" cy="22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6" name="Google Shape;196;p16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8" name="Google Shape;198;p16"/>
          <p:cNvGrpSpPr/>
          <p:nvPr/>
        </p:nvGrpSpPr>
        <p:grpSpPr>
          <a:xfrm flipH="1">
            <a:off x="-861009" y="0"/>
            <a:ext cx="2084995" cy="2455287"/>
            <a:chOff x="8145441" y="0"/>
            <a:chExt cx="2084995" cy="2455287"/>
          </a:xfrm>
        </p:grpSpPr>
        <p:sp>
          <p:nvSpPr>
            <p:cNvPr id="199" name="Google Shape;199;p16"/>
            <p:cNvSpPr/>
            <p:nvPr/>
          </p:nvSpPr>
          <p:spPr>
            <a:xfrm>
              <a:off x="8390374" y="244375"/>
              <a:ext cx="954570" cy="510996"/>
            </a:xfrm>
            <a:custGeom>
              <a:rect b="b" l="l" r="r" t="t"/>
              <a:pathLst>
                <a:path extrusionOk="0" h="10354" w="24506">
                  <a:moveTo>
                    <a:pt x="0" y="0"/>
                  </a:moveTo>
                  <a:lnTo>
                    <a:pt x="0" y="10354"/>
                  </a:lnTo>
                  <a:lnTo>
                    <a:pt x="24505" y="10354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6"/>
            <p:cNvSpPr/>
            <p:nvPr/>
          </p:nvSpPr>
          <p:spPr>
            <a:xfrm>
              <a:off x="8390374" y="881805"/>
              <a:ext cx="954570" cy="511588"/>
            </a:xfrm>
            <a:custGeom>
              <a:rect b="b" l="l" r="r" t="t"/>
              <a:pathLst>
                <a:path extrusionOk="0" h="10366" w="24506">
                  <a:moveTo>
                    <a:pt x="0" y="0"/>
                  </a:moveTo>
                  <a:lnTo>
                    <a:pt x="0" y="10366"/>
                  </a:lnTo>
                  <a:lnTo>
                    <a:pt x="24505" y="10366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6"/>
            <p:cNvSpPr/>
            <p:nvPr/>
          </p:nvSpPr>
          <p:spPr>
            <a:xfrm>
              <a:off x="8145441" y="0"/>
              <a:ext cx="2084995" cy="2455287"/>
            </a:xfrm>
            <a:custGeom>
              <a:rect b="b" l="l" r="r" t="t"/>
              <a:pathLst>
                <a:path extrusionOk="0" fill="none" h="49750" w="42247">
                  <a:moveTo>
                    <a:pt x="0" y="0"/>
                  </a:moveTo>
                  <a:lnTo>
                    <a:pt x="42246" y="0"/>
                  </a:lnTo>
                  <a:lnTo>
                    <a:pt x="42246" y="49749"/>
                  </a:lnTo>
                  <a:lnTo>
                    <a:pt x="0" y="49749"/>
                  </a:lnTo>
                  <a:close/>
                </a:path>
              </a:pathLst>
            </a:custGeom>
            <a:noFill/>
            <a:ln cap="flat" cmpd="sng" w="3750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6"/>
            <p:cNvSpPr/>
            <p:nvPr/>
          </p:nvSpPr>
          <p:spPr>
            <a:xfrm>
              <a:off x="8267882" y="123033"/>
              <a:ext cx="1840059" cy="2209758"/>
            </a:xfrm>
            <a:custGeom>
              <a:rect b="b" l="l" r="r" t="t"/>
              <a:pathLst>
                <a:path extrusionOk="0" fill="none" h="44775" w="37284">
                  <a:moveTo>
                    <a:pt x="1" y="1"/>
                  </a:moveTo>
                  <a:lnTo>
                    <a:pt x="37283" y="1"/>
                  </a:lnTo>
                  <a:lnTo>
                    <a:pt x="37283" y="44774"/>
                  </a:lnTo>
                  <a:lnTo>
                    <a:pt x="1" y="44774"/>
                  </a:lnTo>
                  <a:close/>
                </a:path>
              </a:pathLst>
            </a:custGeom>
            <a:noFill/>
            <a:ln cap="flat" cmpd="sng" w="3175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"/>
          <p:cNvSpPr txBox="1"/>
          <p:nvPr>
            <p:ph type="title"/>
          </p:nvPr>
        </p:nvSpPr>
        <p:spPr>
          <a:xfrm>
            <a:off x="1094225" y="1015750"/>
            <a:ext cx="36933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" type="subTitle"/>
          </p:nvPr>
        </p:nvSpPr>
        <p:spPr>
          <a:xfrm>
            <a:off x="1094225" y="2523275"/>
            <a:ext cx="36933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06" name="Google Shape;206;p17"/>
          <p:cNvSpPr/>
          <p:nvPr>
            <p:ph idx="2" type="pic"/>
          </p:nvPr>
        </p:nvSpPr>
        <p:spPr>
          <a:xfrm>
            <a:off x="5046275" y="601938"/>
            <a:ext cx="3025188" cy="3939624"/>
          </a:xfrm>
          <a:prstGeom prst="flowChartDocument">
            <a:avLst/>
          </a:prstGeom>
          <a:noFill/>
          <a:ln>
            <a:noFill/>
          </a:ln>
        </p:spPr>
      </p:sp>
      <p:sp>
        <p:nvSpPr>
          <p:cNvPr id="207" name="Google Shape;207;p17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17"/>
          <p:cNvGrpSpPr/>
          <p:nvPr/>
        </p:nvGrpSpPr>
        <p:grpSpPr>
          <a:xfrm>
            <a:off x="220368" y="3452752"/>
            <a:ext cx="873870" cy="1690744"/>
            <a:chOff x="8150130" y="3452752"/>
            <a:chExt cx="873870" cy="1690744"/>
          </a:xfrm>
        </p:grpSpPr>
        <p:sp>
          <p:nvSpPr>
            <p:cNvPr id="209" name="Google Shape;209;p17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7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7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7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7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" name="Google Shape;219;p17"/>
          <p:cNvGrpSpPr/>
          <p:nvPr/>
        </p:nvGrpSpPr>
        <p:grpSpPr>
          <a:xfrm>
            <a:off x="8194395" y="2905722"/>
            <a:ext cx="815217" cy="1752808"/>
            <a:chOff x="5237920" y="2828534"/>
            <a:chExt cx="815217" cy="1752808"/>
          </a:xfrm>
        </p:grpSpPr>
        <p:sp>
          <p:nvSpPr>
            <p:cNvPr id="220" name="Google Shape;220;p17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7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7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7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7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7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7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7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7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7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7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>
            <p:ph idx="2" type="pic"/>
          </p:nvPr>
        </p:nvSpPr>
        <p:spPr>
          <a:xfrm>
            <a:off x="0" y="0"/>
            <a:ext cx="9144000" cy="51420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18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/>
          <p:nvPr/>
        </p:nvSpPr>
        <p:spPr>
          <a:xfrm rot="10800000">
            <a:off x="5043348" y="-446952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" name="Google Shape;249;p19"/>
          <p:cNvGrpSpPr/>
          <p:nvPr/>
        </p:nvGrpSpPr>
        <p:grpSpPr>
          <a:xfrm flipH="1">
            <a:off x="-861009" y="0"/>
            <a:ext cx="2084995" cy="2455287"/>
            <a:chOff x="8145441" y="0"/>
            <a:chExt cx="2084995" cy="2455287"/>
          </a:xfrm>
        </p:grpSpPr>
        <p:sp>
          <p:nvSpPr>
            <p:cNvPr id="250" name="Google Shape;250;p19"/>
            <p:cNvSpPr/>
            <p:nvPr/>
          </p:nvSpPr>
          <p:spPr>
            <a:xfrm>
              <a:off x="8390374" y="244375"/>
              <a:ext cx="954570" cy="510996"/>
            </a:xfrm>
            <a:custGeom>
              <a:rect b="b" l="l" r="r" t="t"/>
              <a:pathLst>
                <a:path extrusionOk="0" h="10354" w="24506">
                  <a:moveTo>
                    <a:pt x="0" y="0"/>
                  </a:moveTo>
                  <a:lnTo>
                    <a:pt x="0" y="10354"/>
                  </a:lnTo>
                  <a:lnTo>
                    <a:pt x="24505" y="10354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8390374" y="881805"/>
              <a:ext cx="954570" cy="511588"/>
            </a:xfrm>
            <a:custGeom>
              <a:rect b="b" l="l" r="r" t="t"/>
              <a:pathLst>
                <a:path extrusionOk="0" h="10366" w="24506">
                  <a:moveTo>
                    <a:pt x="0" y="0"/>
                  </a:moveTo>
                  <a:lnTo>
                    <a:pt x="0" y="10366"/>
                  </a:lnTo>
                  <a:lnTo>
                    <a:pt x="24505" y="10366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8145441" y="0"/>
              <a:ext cx="2084995" cy="2455287"/>
            </a:xfrm>
            <a:custGeom>
              <a:rect b="b" l="l" r="r" t="t"/>
              <a:pathLst>
                <a:path extrusionOk="0" fill="none" h="49750" w="42247">
                  <a:moveTo>
                    <a:pt x="0" y="0"/>
                  </a:moveTo>
                  <a:lnTo>
                    <a:pt x="42246" y="0"/>
                  </a:lnTo>
                  <a:lnTo>
                    <a:pt x="42246" y="49749"/>
                  </a:lnTo>
                  <a:lnTo>
                    <a:pt x="0" y="49749"/>
                  </a:lnTo>
                  <a:close/>
                </a:path>
              </a:pathLst>
            </a:custGeom>
            <a:noFill/>
            <a:ln cap="flat" cmpd="sng" w="3750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8267882" y="123033"/>
              <a:ext cx="1840059" cy="2209758"/>
            </a:xfrm>
            <a:custGeom>
              <a:rect b="b" l="l" r="r" t="t"/>
              <a:pathLst>
                <a:path extrusionOk="0" fill="none" h="44775" w="37284">
                  <a:moveTo>
                    <a:pt x="1" y="1"/>
                  </a:moveTo>
                  <a:lnTo>
                    <a:pt x="37283" y="1"/>
                  </a:lnTo>
                  <a:lnTo>
                    <a:pt x="37283" y="44774"/>
                  </a:lnTo>
                  <a:lnTo>
                    <a:pt x="1" y="44774"/>
                  </a:lnTo>
                  <a:close/>
                </a:path>
              </a:pathLst>
            </a:custGeom>
            <a:noFill/>
            <a:ln cap="flat" cmpd="sng" w="3175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4" name="Google Shape;254;p19"/>
          <p:cNvSpPr txBox="1"/>
          <p:nvPr>
            <p:ph hasCustomPrompt="1" type="title"/>
          </p:nvPr>
        </p:nvSpPr>
        <p:spPr>
          <a:xfrm>
            <a:off x="1284000" y="1339500"/>
            <a:ext cx="65760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55" name="Google Shape;255;p19"/>
          <p:cNvSpPr txBox="1"/>
          <p:nvPr>
            <p:ph idx="1" type="subTitle"/>
          </p:nvPr>
        </p:nvSpPr>
        <p:spPr>
          <a:xfrm>
            <a:off x="1284000" y="300210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1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-1228835" y="330115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" name="Google Shape;261;p21"/>
          <p:cNvSpPr txBox="1"/>
          <p:nvPr>
            <p:ph idx="1" type="subTitle"/>
          </p:nvPr>
        </p:nvSpPr>
        <p:spPr>
          <a:xfrm>
            <a:off x="1594275" y="216852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21"/>
          <p:cNvSpPr txBox="1"/>
          <p:nvPr>
            <p:ph idx="2" type="subTitle"/>
          </p:nvPr>
        </p:nvSpPr>
        <p:spPr>
          <a:xfrm>
            <a:off x="4630424" y="216852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1"/>
          <p:cNvSpPr txBox="1"/>
          <p:nvPr>
            <p:ph idx="3" type="subTitle"/>
          </p:nvPr>
        </p:nvSpPr>
        <p:spPr>
          <a:xfrm>
            <a:off x="1594275" y="375275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idx="4" type="subTitle"/>
          </p:nvPr>
        </p:nvSpPr>
        <p:spPr>
          <a:xfrm>
            <a:off x="4630424" y="375275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1"/>
          <p:cNvSpPr txBox="1"/>
          <p:nvPr>
            <p:ph hasCustomPrompt="1" idx="5" type="title"/>
          </p:nvPr>
        </p:nvSpPr>
        <p:spPr>
          <a:xfrm>
            <a:off x="1594275" y="1399650"/>
            <a:ext cx="954600" cy="55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6" name="Google Shape;266;p21"/>
          <p:cNvSpPr txBox="1"/>
          <p:nvPr>
            <p:ph hasCustomPrompt="1" idx="6" type="title"/>
          </p:nvPr>
        </p:nvSpPr>
        <p:spPr>
          <a:xfrm>
            <a:off x="1594275" y="2983895"/>
            <a:ext cx="954600" cy="55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7" name="Google Shape;267;p21"/>
          <p:cNvSpPr txBox="1"/>
          <p:nvPr>
            <p:ph hasCustomPrompt="1" idx="7" type="title"/>
          </p:nvPr>
        </p:nvSpPr>
        <p:spPr>
          <a:xfrm>
            <a:off x="4630425" y="1399650"/>
            <a:ext cx="954600" cy="55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8" name="Google Shape;268;p21"/>
          <p:cNvSpPr txBox="1"/>
          <p:nvPr>
            <p:ph hasCustomPrompt="1" idx="8" type="title"/>
          </p:nvPr>
        </p:nvSpPr>
        <p:spPr>
          <a:xfrm>
            <a:off x="4630425" y="2983895"/>
            <a:ext cx="954600" cy="55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9" name="Google Shape;269;p21"/>
          <p:cNvSpPr txBox="1"/>
          <p:nvPr>
            <p:ph idx="9" type="subTitle"/>
          </p:nvPr>
        </p:nvSpPr>
        <p:spPr>
          <a:xfrm>
            <a:off x="1594274" y="1984975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0" name="Google Shape;270;p21"/>
          <p:cNvSpPr txBox="1"/>
          <p:nvPr>
            <p:ph idx="13" type="subTitle"/>
          </p:nvPr>
        </p:nvSpPr>
        <p:spPr>
          <a:xfrm>
            <a:off x="4630426" y="1984975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1" name="Google Shape;271;p21"/>
          <p:cNvSpPr txBox="1"/>
          <p:nvPr>
            <p:ph idx="14" type="subTitle"/>
          </p:nvPr>
        </p:nvSpPr>
        <p:spPr>
          <a:xfrm>
            <a:off x="1594274" y="3569151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2" name="Google Shape;272;p21"/>
          <p:cNvSpPr txBox="1"/>
          <p:nvPr>
            <p:ph idx="15" type="subTitle"/>
          </p:nvPr>
        </p:nvSpPr>
        <p:spPr>
          <a:xfrm>
            <a:off x="4630426" y="3569151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2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5" name="Google Shape;275;p22"/>
          <p:cNvGrpSpPr/>
          <p:nvPr/>
        </p:nvGrpSpPr>
        <p:grpSpPr>
          <a:xfrm>
            <a:off x="376105" y="3132352"/>
            <a:ext cx="873870" cy="1690744"/>
            <a:chOff x="8150130" y="3452752"/>
            <a:chExt cx="873870" cy="1690744"/>
          </a:xfrm>
        </p:grpSpPr>
        <p:sp>
          <p:nvSpPr>
            <p:cNvPr id="276" name="Google Shape;276;p22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2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6" name="Google Shape;286;p22"/>
          <p:cNvGrpSpPr/>
          <p:nvPr/>
        </p:nvGrpSpPr>
        <p:grpSpPr>
          <a:xfrm>
            <a:off x="6875495" y="3417797"/>
            <a:ext cx="815217" cy="1752808"/>
            <a:chOff x="5237920" y="2828534"/>
            <a:chExt cx="815217" cy="1752808"/>
          </a:xfrm>
        </p:grpSpPr>
        <p:sp>
          <p:nvSpPr>
            <p:cNvPr id="287" name="Google Shape;287;p22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22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2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2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2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2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2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2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2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22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2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2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2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22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2"/>
          <p:cNvSpPr txBox="1"/>
          <p:nvPr>
            <p:ph type="title"/>
          </p:nvPr>
        </p:nvSpPr>
        <p:spPr>
          <a:xfrm>
            <a:off x="1767325" y="3417800"/>
            <a:ext cx="5770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2" name="Google Shape;312;p22"/>
          <p:cNvSpPr txBox="1"/>
          <p:nvPr>
            <p:ph idx="1" type="subTitle"/>
          </p:nvPr>
        </p:nvSpPr>
        <p:spPr>
          <a:xfrm>
            <a:off x="1767325" y="1034800"/>
            <a:ext cx="5770500" cy="22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313" name="Google Shape;313;p22"/>
          <p:cNvGrpSpPr/>
          <p:nvPr/>
        </p:nvGrpSpPr>
        <p:grpSpPr>
          <a:xfrm>
            <a:off x="7690701" y="2108220"/>
            <a:ext cx="1315392" cy="2795308"/>
            <a:chOff x="-4059149" y="5125970"/>
            <a:chExt cx="1315392" cy="2795308"/>
          </a:xfrm>
        </p:grpSpPr>
        <p:sp>
          <p:nvSpPr>
            <p:cNvPr id="314" name="Google Shape;314;p22"/>
            <p:cNvSpPr/>
            <p:nvPr/>
          </p:nvSpPr>
          <p:spPr>
            <a:xfrm>
              <a:off x="-3940114" y="5832878"/>
              <a:ext cx="1077266" cy="2088400"/>
            </a:xfrm>
            <a:custGeom>
              <a:rect b="b" l="l" r="r" t="t"/>
              <a:pathLst>
                <a:path extrusionOk="0" h="42316" w="21828">
                  <a:moveTo>
                    <a:pt x="1" y="1"/>
                  </a:moveTo>
                  <a:lnTo>
                    <a:pt x="3614" y="42316"/>
                  </a:lnTo>
                  <a:lnTo>
                    <a:pt x="18215" y="42316"/>
                  </a:lnTo>
                  <a:lnTo>
                    <a:pt x="218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-3809086" y="5951914"/>
              <a:ext cx="815254" cy="1850324"/>
            </a:xfrm>
            <a:custGeom>
              <a:rect b="b" l="l" r="r" t="t"/>
              <a:pathLst>
                <a:path extrusionOk="0" h="37492" w="16519">
                  <a:moveTo>
                    <a:pt x="751" y="1"/>
                  </a:moveTo>
                  <a:cubicBezTo>
                    <a:pt x="335" y="1"/>
                    <a:pt x="1" y="359"/>
                    <a:pt x="35" y="786"/>
                  </a:cubicBezTo>
                  <a:lnTo>
                    <a:pt x="3117" y="36833"/>
                  </a:lnTo>
                  <a:cubicBezTo>
                    <a:pt x="3140" y="37203"/>
                    <a:pt x="3452" y="37491"/>
                    <a:pt x="3833" y="37491"/>
                  </a:cubicBezTo>
                  <a:lnTo>
                    <a:pt x="12686" y="37491"/>
                  </a:lnTo>
                  <a:cubicBezTo>
                    <a:pt x="13067" y="37491"/>
                    <a:pt x="13379" y="37203"/>
                    <a:pt x="13402" y="36833"/>
                  </a:cubicBezTo>
                  <a:lnTo>
                    <a:pt x="16484" y="786"/>
                  </a:lnTo>
                  <a:cubicBezTo>
                    <a:pt x="16518" y="359"/>
                    <a:pt x="16183" y="1"/>
                    <a:pt x="157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-4059149" y="5614696"/>
              <a:ext cx="1315392" cy="143024"/>
            </a:xfrm>
            <a:custGeom>
              <a:rect b="b" l="l" r="r" t="t"/>
              <a:pathLst>
                <a:path extrusionOk="0" h="2898" w="26653">
                  <a:moveTo>
                    <a:pt x="439" y="1"/>
                  </a:moveTo>
                  <a:cubicBezTo>
                    <a:pt x="197" y="1"/>
                    <a:pt x="0" y="197"/>
                    <a:pt x="0" y="439"/>
                  </a:cubicBezTo>
                  <a:lnTo>
                    <a:pt x="0" y="2459"/>
                  </a:lnTo>
                  <a:cubicBezTo>
                    <a:pt x="0" y="2702"/>
                    <a:pt x="197" y="2898"/>
                    <a:pt x="439" y="2898"/>
                  </a:cubicBezTo>
                  <a:lnTo>
                    <a:pt x="26214" y="2898"/>
                  </a:lnTo>
                  <a:cubicBezTo>
                    <a:pt x="26456" y="2898"/>
                    <a:pt x="26652" y="2702"/>
                    <a:pt x="26652" y="2459"/>
                  </a:cubicBezTo>
                  <a:lnTo>
                    <a:pt x="26652" y="439"/>
                  </a:lnTo>
                  <a:cubicBezTo>
                    <a:pt x="26652" y="197"/>
                    <a:pt x="26456" y="1"/>
                    <a:pt x="26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-4009008" y="5757667"/>
              <a:ext cx="1215108" cy="75263"/>
            </a:xfrm>
            <a:custGeom>
              <a:rect b="b" l="l" r="r" t="t"/>
              <a:pathLst>
                <a:path extrusionOk="0" h="1525" w="24621">
                  <a:moveTo>
                    <a:pt x="0" y="1"/>
                  </a:moveTo>
                  <a:lnTo>
                    <a:pt x="0" y="1097"/>
                  </a:lnTo>
                  <a:cubicBezTo>
                    <a:pt x="0" y="1328"/>
                    <a:pt x="196" y="1525"/>
                    <a:pt x="427" y="1525"/>
                  </a:cubicBezTo>
                  <a:lnTo>
                    <a:pt x="24194" y="1525"/>
                  </a:lnTo>
                  <a:cubicBezTo>
                    <a:pt x="24424" y="1525"/>
                    <a:pt x="24621" y="1328"/>
                    <a:pt x="24621" y="1097"/>
                  </a:cubicBezTo>
                  <a:lnTo>
                    <a:pt x="24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-3130062" y="5125970"/>
              <a:ext cx="54732" cy="38791"/>
            </a:xfrm>
            <a:custGeom>
              <a:rect b="b" l="l" r="r" t="t"/>
              <a:pathLst>
                <a:path extrusionOk="0" h="786" w="1109">
                  <a:moveTo>
                    <a:pt x="555" y="0"/>
                  </a:moveTo>
                  <a:cubicBezTo>
                    <a:pt x="254" y="0"/>
                    <a:pt x="0" y="173"/>
                    <a:pt x="0" y="393"/>
                  </a:cubicBezTo>
                  <a:cubicBezTo>
                    <a:pt x="0" y="612"/>
                    <a:pt x="254" y="785"/>
                    <a:pt x="555" y="785"/>
                  </a:cubicBezTo>
                  <a:cubicBezTo>
                    <a:pt x="866" y="785"/>
                    <a:pt x="1109" y="612"/>
                    <a:pt x="1109" y="393"/>
                  </a:cubicBezTo>
                  <a:cubicBezTo>
                    <a:pt x="1109" y="173"/>
                    <a:pt x="866" y="0"/>
                    <a:pt x="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-3258819" y="5138555"/>
              <a:ext cx="153289" cy="440323"/>
            </a:xfrm>
            <a:custGeom>
              <a:rect b="b" l="l" r="r" t="t"/>
              <a:pathLst>
                <a:path extrusionOk="0" h="8922" w="3106">
                  <a:moveTo>
                    <a:pt x="2679" y="0"/>
                  </a:moveTo>
                  <a:cubicBezTo>
                    <a:pt x="2217" y="0"/>
                    <a:pt x="1733" y="229"/>
                    <a:pt x="1374" y="634"/>
                  </a:cubicBezTo>
                  <a:cubicBezTo>
                    <a:pt x="959" y="1096"/>
                    <a:pt x="751" y="1707"/>
                    <a:pt x="613" y="2250"/>
                  </a:cubicBezTo>
                  <a:cubicBezTo>
                    <a:pt x="35" y="4351"/>
                    <a:pt x="1" y="6567"/>
                    <a:pt x="12" y="8829"/>
                  </a:cubicBezTo>
                  <a:cubicBezTo>
                    <a:pt x="12" y="8887"/>
                    <a:pt x="59" y="8922"/>
                    <a:pt x="105" y="8922"/>
                  </a:cubicBezTo>
                  <a:cubicBezTo>
                    <a:pt x="151" y="8922"/>
                    <a:pt x="197" y="8887"/>
                    <a:pt x="197" y="8829"/>
                  </a:cubicBezTo>
                  <a:cubicBezTo>
                    <a:pt x="186" y="6578"/>
                    <a:pt x="220" y="4374"/>
                    <a:pt x="786" y="2296"/>
                  </a:cubicBezTo>
                  <a:cubicBezTo>
                    <a:pt x="924" y="1777"/>
                    <a:pt x="1120" y="1188"/>
                    <a:pt x="1501" y="749"/>
                  </a:cubicBezTo>
                  <a:cubicBezTo>
                    <a:pt x="1777" y="445"/>
                    <a:pt x="2225" y="180"/>
                    <a:pt x="2685" y="180"/>
                  </a:cubicBezTo>
                  <a:cubicBezTo>
                    <a:pt x="2783" y="180"/>
                    <a:pt x="2881" y="192"/>
                    <a:pt x="2979" y="218"/>
                  </a:cubicBezTo>
                  <a:cubicBezTo>
                    <a:pt x="2987" y="220"/>
                    <a:pt x="2995" y="221"/>
                    <a:pt x="3003" y="221"/>
                  </a:cubicBezTo>
                  <a:cubicBezTo>
                    <a:pt x="3043" y="221"/>
                    <a:pt x="3085" y="199"/>
                    <a:pt x="3094" y="161"/>
                  </a:cubicBezTo>
                  <a:cubicBezTo>
                    <a:pt x="3106" y="115"/>
                    <a:pt x="3083" y="57"/>
                    <a:pt x="3025" y="45"/>
                  </a:cubicBezTo>
                  <a:cubicBezTo>
                    <a:pt x="2913" y="15"/>
                    <a:pt x="2797" y="0"/>
                    <a:pt x="26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-3371587" y="5569688"/>
              <a:ext cx="235313" cy="45059"/>
            </a:xfrm>
            <a:custGeom>
              <a:rect b="b" l="l" r="r" t="t"/>
              <a:pathLst>
                <a:path extrusionOk="0" h="913" w="4768">
                  <a:moveTo>
                    <a:pt x="924" y="1"/>
                  </a:moveTo>
                  <a:cubicBezTo>
                    <a:pt x="416" y="1"/>
                    <a:pt x="0" y="405"/>
                    <a:pt x="0" y="913"/>
                  </a:cubicBezTo>
                  <a:lnTo>
                    <a:pt x="4768" y="913"/>
                  </a:lnTo>
                  <a:cubicBezTo>
                    <a:pt x="4768" y="405"/>
                    <a:pt x="4364" y="1"/>
                    <a:pt x="3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-3486082" y="5125970"/>
              <a:ext cx="54140" cy="38791"/>
            </a:xfrm>
            <a:custGeom>
              <a:rect b="b" l="l" r="r" t="t"/>
              <a:pathLst>
                <a:path extrusionOk="0" h="786" w="1097">
                  <a:moveTo>
                    <a:pt x="543" y="0"/>
                  </a:moveTo>
                  <a:cubicBezTo>
                    <a:pt x="243" y="0"/>
                    <a:pt x="0" y="173"/>
                    <a:pt x="0" y="393"/>
                  </a:cubicBezTo>
                  <a:cubicBezTo>
                    <a:pt x="0" y="612"/>
                    <a:pt x="243" y="785"/>
                    <a:pt x="543" y="785"/>
                  </a:cubicBezTo>
                  <a:cubicBezTo>
                    <a:pt x="854" y="785"/>
                    <a:pt x="1097" y="612"/>
                    <a:pt x="1097" y="393"/>
                  </a:cubicBezTo>
                  <a:cubicBezTo>
                    <a:pt x="1097" y="173"/>
                    <a:pt x="854" y="0"/>
                    <a:pt x="5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-3615382" y="5138555"/>
              <a:ext cx="153289" cy="440323"/>
            </a:xfrm>
            <a:custGeom>
              <a:rect b="b" l="l" r="r" t="t"/>
              <a:pathLst>
                <a:path extrusionOk="0" h="8922" w="3106">
                  <a:moveTo>
                    <a:pt x="2685" y="0"/>
                  </a:moveTo>
                  <a:cubicBezTo>
                    <a:pt x="2216" y="0"/>
                    <a:pt x="1733" y="229"/>
                    <a:pt x="1374" y="634"/>
                  </a:cubicBezTo>
                  <a:cubicBezTo>
                    <a:pt x="958" y="1096"/>
                    <a:pt x="750" y="1707"/>
                    <a:pt x="612" y="2250"/>
                  </a:cubicBezTo>
                  <a:cubicBezTo>
                    <a:pt x="46" y="4351"/>
                    <a:pt x="0" y="6567"/>
                    <a:pt x="12" y="8829"/>
                  </a:cubicBezTo>
                  <a:cubicBezTo>
                    <a:pt x="12" y="8887"/>
                    <a:pt x="58" y="8922"/>
                    <a:pt x="104" y="8922"/>
                  </a:cubicBezTo>
                  <a:cubicBezTo>
                    <a:pt x="162" y="8922"/>
                    <a:pt x="196" y="8887"/>
                    <a:pt x="196" y="8829"/>
                  </a:cubicBezTo>
                  <a:cubicBezTo>
                    <a:pt x="185" y="6578"/>
                    <a:pt x="219" y="4374"/>
                    <a:pt x="785" y="2296"/>
                  </a:cubicBezTo>
                  <a:cubicBezTo>
                    <a:pt x="924" y="1777"/>
                    <a:pt x="1120" y="1188"/>
                    <a:pt x="1501" y="749"/>
                  </a:cubicBezTo>
                  <a:cubicBezTo>
                    <a:pt x="1776" y="445"/>
                    <a:pt x="2225" y="180"/>
                    <a:pt x="2684" y="180"/>
                  </a:cubicBezTo>
                  <a:cubicBezTo>
                    <a:pt x="2782" y="180"/>
                    <a:pt x="2881" y="192"/>
                    <a:pt x="2978" y="218"/>
                  </a:cubicBezTo>
                  <a:cubicBezTo>
                    <a:pt x="2986" y="220"/>
                    <a:pt x="2994" y="221"/>
                    <a:pt x="3003" y="221"/>
                  </a:cubicBezTo>
                  <a:cubicBezTo>
                    <a:pt x="3043" y="221"/>
                    <a:pt x="3084" y="199"/>
                    <a:pt x="3094" y="161"/>
                  </a:cubicBezTo>
                  <a:cubicBezTo>
                    <a:pt x="3105" y="115"/>
                    <a:pt x="3082" y="57"/>
                    <a:pt x="3036" y="45"/>
                  </a:cubicBezTo>
                  <a:cubicBezTo>
                    <a:pt x="2921" y="15"/>
                    <a:pt x="2803" y="0"/>
                    <a:pt x="26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-3727607" y="5569688"/>
              <a:ext cx="234720" cy="45059"/>
            </a:xfrm>
            <a:custGeom>
              <a:rect b="b" l="l" r="r" t="t"/>
              <a:pathLst>
                <a:path extrusionOk="0" h="913" w="4756">
                  <a:moveTo>
                    <a:pt x="912" y="1"/>
                  </a:moveTo>
                  <a:cubicBezTo>
                    <a:pt x="404" y="1"/>
                    <a:pt x="0" y="405"/>
                    <a:pt x="0" y="913"/>
                  </a:cubicBezTo>
                  <a:lnTo>
                    <a:pt x="4756" y="913"/>
                  </a:lnTo>
                  <a:cubicBezTo>
                    <a:pt x="4756" y="405"/>
                    <a:pt x="4352" y="1"/>
                    <a:pt x="38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3"/>
          <p:cNvSpPr/>
          <p:nvPr/>
        </p:nvSpPr>
        <p:spPr>
          <a:xfrm flipH="1">
            <a:off x="6492540" y="335875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7" name="Google Shape;327;p23"/>
          <p:cNvGrpSpPr/>
          <p:nvPr/>
        </p:nvGrpSpPr>
        <p:grpSpPr>
          <a:xfrm>
            <a:off x="305620" y="3417797"/>
            <a:ext cx="815217" cy="1752808"/>
            <a:chOff x="5237920" y="2828534"/>
            <a:chExt cx="815217" cy="1752808"/>
          </a:xfrm>
        </p:grpSpPr>
        <p:sp>
          <p:nvSpPr>
            <p:cNvPr id="328" name="Google Shape;328;p23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3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3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3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3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3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3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3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3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3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1" name="Google Shape;35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2" name="Google Shape;352;p23"/>
          <p:cNvSpPr txBox="1"/>
          <p:nvPr>
            <p:ph idx="1" type="subTitle"/>
          </p:nvPr>
        </p:nvSpPr>
        <p:spPr>
          <a:xfrm>
            <a:off x="4738261" y="1587400"/>
            <a:ext cx="30747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23"/>
          <p:cNvSpPr txBox="1"/>
          <p:nvPr>
            <p:ph idx="2" type="subTitle"/>
          </p:nvPr>
        </p:nvSpPr>
        <p:spPr>
          <a:xfrm>
            <a:off x="1331039" y="1587400"/>
            <a:ext cx="30747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"/>
          <p:cNvSpPr txBox="1"/>
          <p:nvPr>
            <p:ph type="title"/>
          </p:nvPr>
        </p:nvSpPr>
        <p:spPr>
          <a:xfrm>
            <a:off x="5097613" y="1717400"/>
            <a:ext cx="3036600" cy="6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6" name="Google Shape;356;p24"/>
          <p:cNvSpPr txBox="1"/>
          <p:nvPr>
            <p:ph idx="1" type="subTitle"/>
          </p:nvPr>
        </p:nvSpPr>
        <p:spPr>
          <a:xfrm>
            <a:off x="5097613" y="2369475"/>
            <a:ext cx="30366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7" name="Google Shape;357;p24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/>
          <p:nvPr/>
        </p:nvSpPr>
        <p:spPr>
          <a:xfrm rot="10800000">
            <a:off x="6286015" y="-370025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1" name="Google Shape;361;p25"/>
          <p:cNvSpPr txBox="1"/>
          <p:nvPr>
            <p:ph idx="1" type="subTitle"/>
          </p:nvPr>
        </p:nvSpPr>
        <p:spPr>
          <a:xfrm>
            <a:off x="2415325" y="2024975"/>
            <a:ext cx="53550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2" name="Google Shape;362;p25"/>
          <p:cNvSpPr txBox="1"/>
          <p:nvPr>
            <p:ph idx="2" type="subTitle"/>
          </p:nvPr>
        </p:nvSpPr>
        <p:spPr>
          <a:xfrm>
            <a:off x="2415325" y="3396250"/>
            <a:ext cx="53550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3" name="Google Shape;363;p25"/>
          <p:cNvSpPr txBox="1"/>
          <p:nvPr>
            <p:ph idx="3" type="subTitle"/>
          </p:nvPr>
        </p:nvSpPr>
        <p:spPr>
          <a:xfrm>
            <a:off x="2415325" y="1652075"/>
            <a:ext cx="53550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4" name="Google Shape;364;p25"/>
          <p:cNvSpPr txBox="1"/>
          <p:nvPr>
            <p:ph idx="4" type="subTitle"/>
          </p:nvPr>
        </p:nvSpPr>
        <p:spPr>
          <a:xfrm>
            <a:off x="2415325" y="3059375"/>
            <a:ext cx="53550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365" name="Google Shape;365;p25"/>
          <p:cNvSpPr/>
          <p:nvPr/>
        </p:nvSpPr>
        <p:spPr>
          <a:xfrm>
            <a:off x="-1391550" y="2784148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 flipH="1">
            <a:off x="28649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7" name="Google Shape;367;p25"/>
          <p:cNvGrpSpPr/>
          <p:nvPr/>
        </p:nvGrpSpPr>
        <p:grpSpPr>
          <a:xfrm flipH="1">
            <a:off x="7947088" y="3452752"/>
            <a:ext cx="873870" cy="1690744"/>
            <a:chOff x="8150130" y="3452752"/>
            <a:chExt cx="873870" cy="1690744"/>
          </a:xfrm>
        </p:grpSpPr>
        <p:sp>
          <p:nvSpPr>
            <p:cNvPr id="368" name="Google Shape;368;p25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5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5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5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5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25"/>
          <p:cNvGrpSpPr/>
          <p:nvPr/>
        </p:nvGrpSpPr>
        <p:grpSpPr>
          <a:xfrm>
            <a:off x="8299991" y="0"/>
            <a:ext cx="2084995" cy="2455287"/>
            <a:chOff x="7959641" y="338975"/>
            <a:chExt cx="2084995" cy="2455287"/>
          </a:xfrm>
        </p:grpSpPr>
        <p:sp>
          <p:nvSpPr>
            <p:cNvPr id="379" name="Google Shape;379;p25"/>
            <p:cNvSpPr/>
            <p:nvPr/>
          </p:nvSpPr>
          <p:spPr>
            <a:xfrm>
              <a:off x="8204574" y="583350"/>
              <a:ext cx="954570" cy="510996"/>
            </a:xfrm>
            <a:custGeom>
              <a:rect b="b" l="l" r="r" t="t"/>
              <a:pathLst>
                <a:path extrusionOk="0" h="10354" w="24506">
                  <a:moveTo>
                    <a:pt x="0" y="0"/>
                  </a:moveTo>
                  <a:lnTo>
                    <a:pt x="0" y="10354"/>
                  </a:lnTo>
                  <a:lnTo>
                    <a:pt x="24505" y="10354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5"/>
            <p:cNvSpPr/>
            <p:nvPr/>
          </p:nvSpPr>
          <p:spPr>
            <a:xfrm>
              <a:off x="8204574" y="1220780"/>
              <a:ext cx="954570" cy="511588"/>
            </a:xfrm>
            <a:custGeom>
              <a:rect b="b" l="l" r="r" t="t"/>
              <a:pathLst>
                <a:path extrusionOk="0" h="10366" w="24506">
                  <a:moveTo>
                    <a:pt x="0" y="0"/>
                  </a:moveTo>
                  <a:lnTo>
                    <a:pt x="0" y="10366"/>
                  </a:lnTo>
                  <a:lnTo>
                    <a:pt x="24505" y="10366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5"/>
            <p:cNvSpPr/>
            <p:nvPr/>
          </p:nvSpPr>
          <p:spPr>
            <a:xfrm>
              <a:off x="7959641" y="338975"/>
              <a:ext cx="2084995" cy="2455287"/>
            </a:xfrm>
            <a:custGeom>
              <a:rect b="b" l="l" r="r" t="t"/>
              <a:pathLst>
                <a:path extrusionOk="0" fill="none" h="49750" w="42247">
                  <a:moveTo>
                    <a:pt x="0" y="0"/>
                  </a:moveTo>
                  <a:lnTo>
                    <a:pt x="42246" y="0"/>
                  </a:lnTo>
                  <a:lnTo>
                    <a:pt x="42246" y="49749"/>
                  </a:lnTo>
                  <a:lnTo>
                    <a:pt x="0" y="49749"/>
                  </a:lnTo>
                  <a:close/>
                </a:path>
              </a:pathLst>
            </a:custGeom>
            <a:noFill/>
            <a:ln cap="flat" cmpd="sng" w="3750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5"/>
            <p:cNvSpPr/>
            <p:nvPr/>
          </p:nvSpPr>
          <p:spPr>
            <a:xfrm>
              <a:off x="8082082" y="462008"/>
              <a:ext cx="1840059" cy="2209758"/>
            </a:xfrm>
            <a:custGeom>
              <a:rect b="b" l="l" r="r" t="t"/>
              <a:pathLst>
                <a:path extrusionOk="0" fill="none" h="44775" w="37284">
                  <a:moveTo>
                    <a:pt x="1" y="1"/>
                  </a:moveTo>
                  <a:lnTo>
                    <a:pt x="37283" y="1"/>
                  </a:lnTo>
                  <a:lnTo>
                    <a:pt x="37283" y="44774"/>
                  </a:lnTo>
                  <a:lnTo>
                    <a:pt x="1" y="44774"/>
                  </a:lnTo>
                  <a:close/>
                </a:path>
              </a:pathLst>
            </a:custGeom>
            <a:noFill/>
            <a:ln cap="flat" cmpd="sng" w="3175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6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6"/>
          <p:cNvSpPr/>
          <p:nvPr/>
        </p:nvSpPr>
        <p:spPr>
          <a:xfrm flipH="1">
            <a:off x="6492540" y="335875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6" name="Google Shape;386;p26"/>
          <p:cNvGrpSpPr/>
          <p:nvPr/>
        </p:nvGrpSpPr>
        <p:grpSpPr>
          <a:xfrm>
            <a:off x="393118" y="3452752"/>
            <a:ext cx="873870" cy="1690744"/>
            <a:chOff x="8150130" y="3452752"/>
            <a:chExt cx="873870" cy="1690744"/>
          </a:xfrm>
        </p:grpSpPr>
        <p:sp>
          <p:nvSpPr>
            <p:cNvPr id="387" name="Google Shape;387;p26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6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6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6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7" name="Google Shape;397;p26"/>
          <p:cNvSpPr txBox="1"/>
          <p:nvPr>
            <p:ph idx="1" type="subTitle"/>
          </p:nvPr>
        </p:nvSpPr>
        <p:spPr>
          <a:xfrm>
            <a:off x="1200237" y="2195537"/>
            <a:ext cx="2018100" cy="1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8" name="Google Shape;398;p26"/>
          <p:cNvSpPr txBox="1"/>
          <p:nvPr>
            <p:ph idx="2" type="subTitle"/>
          </p:nvPr>
        </p:nvSpPr>
        <p:spPr>
          <a:xfrm>
            <a:off x="3562947" y="2195537"/>
            <a:ext cx="2018100" cy="1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26"/>
          <p:cNvSpPr txBox="1"/>
          <p:nvPr>
            <p:ph idx="3" type="subTitle"/>
          </p:nvPr>
        </p:nvSpPr>
        <p:spPr>
          <a:xfrm>
            <a:off x="5925663" y="2195537"/>
            <a:ext cx="2018100" cy="1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1" name="Google Shape;401;p26"/>
          <p:cNvSpPr txBox="1"/>
          <p:nvPr>
            <p:ph idx="4" type="subTitle"/>
          </p:nvPr>
        </p:nvSpPr>
        <p:spPr>
          <a:xfrm>
            <a:off x="1200237" y="1771663"/>
            <a:ext cx="2018100" cy="5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2" name="Google Shape;402;p26"/>
          <p:cNvSpPr txBox="1"/>
          <p:nvPr>
            <p:ph idx="5" type="subTitle"/>
          </p:nvPr>
        </p:nvSpPr>
        <p:spPr>
          <a:xfrm>
            <a:off x="3562947" y="1771663"/>
            <a:ext cx="2018100" cy="5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03" name="Google Shape;403;p26"/>
          <p:cNvSpPr txBox="1"/>
          <p:nvPr>
            <p:ph idx="6" type="subTitle"/>
          </p:nvPr>
        </p:nvSpPr>
        <p:spPr>
          <a:xfrm>
            <a:off x="5925663" y="1771663"/>
            <a:ext cx="2018100" cy="5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 txBox="1"/>
          <p:nvPr>
            <p:ph idx="1" type="subTitle"/>
          </p:nvPr>
        </p:nvSpPr>
        <p:spPr>
          <a:xfrm>
            <a:off x="1116699" y="2323910"/>
            <a:ext cx="21087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6" name="Google Shape;406;p27"/>
          <p:cNvSpPr txBox="1"/>
          <p:nvPr>
            <p:ph idx="2" type="subTitle"/>
          </p:nvPr>
        </p:nvSpPr>
        <p:spPr>
          <a:xfrm>
            <a:off x="3411822" y="2323910"/>
            <a:ext cx="21087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7" name="Google Shape;407;p27"/>
          <p:cNvSpPr txBox="1"/>
          <p:nvPr>
            <p:ph idx="3" type="subTitle"/>
          </p:nvPr>
        </p:nvSpPr>
        <p:spPr>
          <a:xfrm>
            <a:off x="5706951" y="2323910"/>
            <a:ext cx="21087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8" name="Google Shape;40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27"/>
          <p:cNvSpPr txBox="1"/>
          <p:nvPr>
            <p:ph idx="4" type="subTitle"/>
          </p:nvPr>
        </p:nvSpPr>
        <p:spPr>
          <a:xfrm>
            <a:off x="1116699" y="1938150"/>
            <a:ext cx="2108700" cy="48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0" name="Google Shape;410;p27"/>
          <p:cNvSpPr txBox="1"/>
          <p:nvPr>
            <p:ph idx="5" type="subTitle"/>
          </p:nvPr>
        </p:nvSpPr>
        <p:spPr>
          <a:xfrm>
            <a:off x="3411822" y="1938150"/>
            <a:ext cx="2108700" cy="48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1" name="Google Shape;411;p27"/>
          <p:cNvSpPr txBox="1"/>
          <p:nvPr>
            <p:ph idx="6" type="subTitle"/>
          </p:nvPr>
        </p:nvSpPr>
        <p:spPr>
          <a:xfrm>
            <a:off x="5706951" y="1938150"/>
            <a:ext cx="2108700" cy="48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12" name="Google Shape;412;p27"/>
          <p:cNvSpPr/>
          <p:nvPr/>
        </p:nvSpPr>
        <p:spPr>
          <a:xfrm flipH="1">
            <a:off x="6146098" y="2784148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7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4" name="Google Shape;414;p27"/>
          <p:cNvGrpSpPr/>
          <p:nvPr/>
        </p:nvGrpSpPr>
        <p:grpSpPr>
          <a:xfrm>
            <a:off x="242843" y="3452752"/>
            <a:ext cx="873870" cy="1690744"/>
            <a:chOff x="8150130" y="3452752"/>
            <a:chExt cx="873870" cy="1690744"/>
          </a:xfrm>
        </p:grpSpPr>
        <p:sp>
          <p:nvSpPr>
            <p:cNvPr id="415" name="Google Shape;415;p27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7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7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7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7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7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7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7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7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7" name="Google Shape;427;p28"/>
          <p:cNvSpPr txBox="1"/>
          <p:nvPr>
            <p:ph idx="1" type="subTitle"/>
          </p:nvPr>
        </p:nvSpPr>
        <p:spPr>
          <a:xfrm>
            <a:off x="1370548" y="191671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28"/>
          <p:cNvSpPr txBox="1"/>
          <p:nvPr>
            <p:ph idx="2" type="subTitle"/>
          </p:nvPr>
        </p:nvSpPr>
        <p:spPr>
          <a:xfrm>
            <a:off x="4135377" y="191671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28"/>
          <p:cNvSpPr txBox="1"/>
          <p:nvPr>
            <p:ph idx="3" type="subTitle"/>
          </p:nvPr>
        </p:nvSpPr>
        <p:spPr>
          <a:xfrm>
            <a:off x="1370548" y="335011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28"/>
          <p:cNvSpPr txBox="1"/>
          <p:nvPr>
            <p:ph idx="4" type="subTitle"/>
          </p:nvPr>
        </p:nvSpPr>
        <p:spPr>
          <a:xfrm>
            <a:off x="4135377" y="335011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28"/>
          <p:cNvSpPr txBox="1"/>
          <p:nvPr>
            <p:ph idx="5" type="subTitle"/>
          </p:nvPr>
        </p:nvSpPr>
        <p:spPr>
          <a:xfrm>
            <a:off x="1370548" y="16107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2" name="Google Shape;432;p28"/>
          <p:cNvSpPr txBox="1"/>
          <p:nvPr>
            <p:ph idx="6" type="subTitle"/>
          </p:nvPr>
        </p:nvSpPr>
        <p:spPr>
          <a:xfrm>
            <a:off x="4135375" y="16107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3" name="Google Shape;433;p28"/>
          <p:cNvSpPr txBox="1"/>
          <p:nvPr>
            <p:ph idx="7" type="subTitle"/>
          </p:nvPr>
        </p:nvSpPr>
        <p:spPr>
          <a:xfrm>
            <a:off x="1370548" y="30442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4" name="Google Shape;434;p28"/>
          <p:cNvSpPr txBox="1"/>
          <p:nvPr>
            <p:ph idx="8" type="subTitle"/>
          </p:nvPr>
        </p:nvSpPr>
        <p:spPr>
          <a:xfrm>
            <a:off x="4135375" y="30442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35" name="Google Shape;435;p28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6" name="Google Shape;436;p28"/>
          <p:cNvGrpSpPr/>
          <p:nvPr/>
        </p:nvGrpSpPr>
        <p:grpSpPr>
          <a:xfrm>
            <a:off x="8063920" y="3390697"/>
            <a:ext cx="815217" cy="1752808"/>
            <a:chOff x="5237920" y="2828534"/>
            <a:chExt cx="815217" cy="1752808"/>
          </a:xfrm>
        </p:grpSpPr>
        <p:sp>
          <p:nvSpPr>
            <p:cNvPr id="437" name="Google Shape;437;p28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8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8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8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8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8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8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8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8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0" name="Google Shape;460;p28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3" name="Google Shape;463;p29"/>
          <p:cNvSpPr txBox="1"/>
          <p:nvPr>
            <p:ph idx="1" type="subTitle"/>
          </p:nvPr>
        </p:nvSpPr>
        <p:spPr>
          <a:xfrm>
            <a:off x="720000" y="2040778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4" name="Google Shape;464;p29"/>
          <p:cNvSpPr txBox="1"/>
          <p:nvPr>
            <p:ph idx="2" type="subTitle"/>
          </p:nvPr>
        </p:nvSpPr>
        <p:spPr>
          <a:xfrm>
            <a:off x="3277309" y="2040778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5" name="Google Shape;465;p29"/>
          <p:cNvSpPr txBox="1"/>
          <p:nvPr>
            <p:ph idx="3" type="subTitle"/>
          </p:nvPr>
        </p:nvSpPr>
        <p:spPr>
          <a:xfrm>
            <a:off x="720000" y="3345050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29"/>
          <p:cNvSpPr txBox="1"/>
          <p:nvPr>
            <p:ph idx="4" type="subTitle"/>
          </p:nvPr>
        </p:nvSpPr>
        <p:spPr>
          <a:xfrm>
            <a:off x="3277309" y="3345050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29"/>
          <p:cNvSpPr txBox="1"/>
          <p:nvPr>
            <p:ph idx="5" type="subTitle"/>
          </p:nvPr>
        </p:nvSpPr>
        <p:spPr>
          <a:xfrm>
            <a:off x="5834624" y="2040778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29"/>
          <p:cNvSpPr txBox="1"/>
          <p:nvPr>
            <p:ph idx="6" type="subTitle"/>
          </p:nvPr>
        </p:nvSpPr>
        <p:spPr>
          <a:xfrm>
            <a:off x="5834624" y="3345050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29"/>
          <p:cNvSpPr txBox="1"/>
          <p:nvPr>
            <p:ph idx="7" type="subTitle"/>
          </p:nvPr>
        </p:nvSpPr>
        <p:spPr>
          <a:xfrm>
            <a:off x="720000" y="1832050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0" name="Google Shape;470;p29"/>
          <p:cNvSpPr txBox="1"/>
          <p:nvPr>
            <p:ph idx="8" type="subTitle"/>
          </p:nvPr>
        </p:nvSpPr>
        <p:spPr>
          <a:xfrm>
            <a:off x="3277309" y="1832050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1" name="Google Shape;471;p29"/>
          <p:cNvSpPr txBox="1"/>
          <p:nvPr>
            <p:ph idx="9" type="subTitle"/>
          </p:nvPr>
        </p:nvSpPr>
        <p:spPr>
          <a:xfrm>
            <a:off x="720000" y="3136348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2" name="Google Shape;472;p29"/>
          <p:cNvSpPr txBox="1"/>
          <p:nvPr>
            <p:ph idx="13" type="subTitle"/>
          </p:nvPr>
        </p:nvSpPr>
        <p:spPr>
          <a:xfrm>
            <a:off x="3277309" y="3136348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3" name="Google Shape;473;p29"/>
          <p:cNvSpPr txBox="1"/>
          <p:nvPr>
            <p:ph idx="14" type="subTitle"/>
          </p:nvPr>
        </p:nvSpPr>
        <p:spPr>
          <a:xfrm>
            <a:off x="5834624" y="1832050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4" name="Google Shape;474;p29"/>
          <p:cNvSpPr txBox="1"/>
          <p:nvPr>
            <p:ph idx="15" type="subTitle"/>
          </p:nvPr>
        </p:nvSpPr>
        <p:spPr>
          <a:xfrm>
            <a:off x="5834624" y="3136348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5" name="Google Shape;475;p29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6" name="Google Shape;476;p29"/>
          <p:cNvGrpSpPr/>
          <p:nvPr/>
        </p:nvGrpSpPr>
        <p:grpSpPr>
          <a:xfrm>
            <a:off x="8023170" y="3390697"/>
            <a:ext cx="815217" cy="1752808"/>
            <a:chOff x="5237920" y="2828534"/>
            <a:chExt cx="815217" cy="1752808"/>
          </a:xfrm>
        </p:grpSpPr>
        <p:sp>
          <p:nvSpPr>
            <p:cNvPr id="477" name="Google Shape;477;p29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0" name="Google Shape;500;p29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0"/>
          <p:cNvSpPr txBox="1"/>
          <p:nvPr>
            <p:ph hasCustomPrompt="1" type="title"/>
          </p:nvPr>
        </p:nvSpPr>
        <p:spPr>
          <a:xfrm>
            <a:off x="3523100" y="722950"/>
            <a:ext cx="4231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30"/>
          <p:cNvSpPr txBox="1"/>
          <p:nvPr>
            <p:ph idx="1" type="subTitle"/>
          </p:nvPr>
        </p:nvSpPr>
        <p:spPr>
          <a:xfrm>
            <a:off x="3523100" y="1340274"/>
            <a:ext cx="4231500" cy="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30"/>
          <p:cNvSpPr txBox="1"/>
          <p:nvPr>
            <p:ph hasCustomPrompt="1" idx="2" type="title"/>
          </p:nvPr>
        </p:nvSpPr>
        <p:spPr>
          <a:xfrm>
            <a:off x="3523100" y="2020651"/>
            <a:ext cx="4231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30"/>
          <p:cNvSpPr txBox="1"/>
          <p:nvPr>
            <p:ph idx="3" type="subTitle"/>
          </p:nvPr>
        </p:nvSpPr>
        <p:spPr>
          <a:xfrm>
            <a:off x="3523100" y="2638972"/>
            <a:ext cx="4231500" cy="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30"/>
          <p:cNvSpPr txBox="1"/>
          <p:nvPr>
            <p:ph hasCustomPrompt="1" idx="4" type="title"/>
          </p:nvPr>
        </p:nvSpPr>
        <p:spPr>
          <a:xfrm>
            <a:off x="3523100" y="3318352"/>
            <a:ext cx="4231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07" name="Google Shape;507;p30"/>
          <p:cNvSpPr txBox="1"/>
          <p:nvPr>
            <p:ph idx="5" type="subTitle"/>
          </p:nvPr>
        </p:nvSpPr>
        <p:spPr>
          <a:xfrm>
            <a:off x="3523100" y="3937651"/>
            <a:ext cx="4231500" cy="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8" name="Google Shape;508;p30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9" name="Google Shape;509;p30"/>
          <p:cNvGrpSpPr/>
          <p:nvPr/>
        </p:nvGrpSpPr>
        <p:grpSpPr>
          <a:xfrm>
            <a:off x="8023170" y="3390697"/>
            <a:ext cx="815217" cy="1752808"/>
            <a:chOff x="5237920" y="2828534"/>
            <a:chExt cx="815217" cy="1752808"/>
          </a:xfrm>
        </p:grpSpPr>
        <p:sp>
          <p:nvSpPr>
            <p:cNvPr id="510" name="Google Shape;510;p30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0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0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0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0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0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0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0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0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0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0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3" name="Google Shape;533;p30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4" name="Google Shape;534;p30"/>
          <p:cNvGrpSpPr/>
          <p:nvPr/>
        </p:nvGrpSpPr>
        <p:grpSpPr>
          <a:xfrm>
            <a:off x="220368" y="3452752"/>
            <a:ext cx="873870" cy="1690744"/>
            <a:chOff x="8150130" y="3452752"/>
            <a:chExt cx="873870" cy="1690744"/>
          </a:xfrm>
        </p:grpSpPr>
        <p:sp>
          <p:nvSpPr>
            <p:cNvPr id="535" name="Google Shape;535;p30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0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0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0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0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0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0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0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0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0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1"/>
          <p:cNvSpPr/>
          <p:nvPr/>
        </p:nvSpPr>
        <p:spPr>
          <a:xfrm>
            <a:off x="-1391550" y="2784148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1"/>
          <p:cNvSpPr/>
          <p:nvPr/>
        </p:nvSpPr>
        <p:spPr>
          <a:xfrm flipH="1">
            <a:off x="28649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1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9" name="Google Shape;549;p31"/>
          <p:cNvSpPr txBox="1"/>
          <p:nvPr>
            <p:ph idx="1" type="body"/>
          </p:nvPr>
        </p:nvSpPr>
        <p:spPr>
          <a:xfrm>
            <a:off x="720000" y="1114975"/>
            <a:ext cx="7704000" cy="18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_1"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2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52" name="Google Shape;552;p32"/>
          <p:cNvSpPr txBox="1"/>
          <p:nvPr>
            <p:ph idx="1" type="body"/>
          </p:nvPr>
        </p:nvSpPr>
        <p:spPr>
          <a:xfrm>
            <a:off x="720000" y="1204525"/>
            <a:ext cx="7704000" cy="29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53" name="Google Shape;553;p32"/>
          <p:cNvSpPr/>
          <p:nvPr/>
        </p:nvSpPr>
        <p:spPr>
          <a:xfrm flipH="1">
            <a:off x="7206365" y="841863"/>
            <a:ext cx="1136375" cy="402306"/>
          </a:xfrm>
          <a:custGeom>
            <a:rect b="b" l="l" r="r" t="t"/>
            <a:pathLst>
              <a:path extrusionOk="0" h="7014" w="19813">
                <a:moveTo>
                  <a:pt x="10340" y="1"/>
                </a:moveTo>
                <a:cubicBezTo>
                  <a:pt x="7256" y="1"/>
                  <a:pt x="6597" y="3001"/>
                  <a:pt x="6597" y="3001"/>
                </a:cubicBezTo>
                <a:cubicBezTo>
                  <a:pt x="6597" y="3001"/>
                  <a:pt x="5855" y="2104"/>
                  <a:pt x="4768" y="2104"/>
                </a:cubicBezTo>
                <a:cubicBezTo>
                  <a:pt x="4353" y="2104"/>
                  <a:pt x="3888" y="2234"/>
                  <a:pt x="3394" y="2596"/>
                </a:cubicBezTo>
                <a:cubicBezTo>
                  <a:pt x="2299" y="3418"/>
                  <a:pt x="2406" y="4763"/>
                  <a:pt x="2406" y="4763"/>
                </a:cubicBezTo>
                <a:cubicBezTo>
                  <a:pt x="2406" y="4763"/>
                  <a:pt x="2361" y="4761"/>
                  <a:pt x="2285" y="4761"/>
                </a:cubicBezTo>
                <a:cubicBezTo>
                  <a:pt x="1889" y="4761"/>
                  <a:pt x="636" y="4828"/>
                  <a:pt x="287" y="5656"/>
                </a:cubicBezTo>
                <a:cubicBezTo>
                  <a:pt x="1" y="6299"/>
                  <a:pt x="525" y="7014"/>
                  <a:pt x="1227" y="7014"/>
                </a:cubicBezTo>
                <a:lnTo>
                  <a:pt x="17670" y="7014"/>
                </a:lnTo>
                <a:cubicBezTo>
                  <a:pt x="18182" y="7014"/>
                  <a:pt x="18670" y="6871"/>
                  <a:pt x="19075" y="6549"/>
                </a:cubicBezTo>
                <a:cubicBezTo>
                  <a:pt x="19491" y="6216"/>
                  <a:pt x="19813" y="5644"/>
                  <a:pt x="19468" y="4787"/>
                </a:cubicBezTo>
                <a:cubicBezTo>
                  <a:pt x="19096" y="3830"/>
                  <a:pt x="18442" y="3571"/>
                  <a:pt x="17845" y="3571"/>
                </a:cubicBezTo>
                <a:cubicBezTo>
                  <a:pt x="17141" y="3571"/>
                  <a:pt x="16515" y="3930"/>
                  <a:pt x="16515" y="3930"/>
                </a:cubicBezTo>
                <a:cubicBezTo>
                  <a:pt x="16515" y="3930"/>
                  <a:pt x="16185" y="2712"/>
                  <a:pt x="15064" y="2712"/>
                </a:cubicBezTo>
                <a:cubicBezTo>
                  <a:pt x="14757" y="2712"/>
                  <a:pt x="14390" y="2804"/>
                  <a:pt x="13955" y="3037"/>
                </a:cubicBezTo>
                <a:cubicBezTo>
                  <a:pt x="13955" y="3037"/>
                  <a:pt x="13514" y="49"/>
                  <a:pt x="10395" y="1"/>
                </a:cubicBezTo>
                <a:cubicBezTo>
                  <a:pt x="10377" y="1"/>
                  <a:pt x="10358" y="1"/>
                  <a:pt x="103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3"/>
          <p:cNvSpPr/>
          <p:nvPr/>
        </p:nvSpPr>
        <p:spPr>
          <a:xfrm rot="10800000">
            <a:off x="4725848" y="-18202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3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7" name="Google Shape;557;p33"/>
          <p:cNvGrpSpPr/>
          <p:nvPr/>
        </p:nvGrpSpPr>
        <p:grpSpPr>
          <a:xfrm>
            <a:off x="8150130" y="3452752"/>
            <a:ext cx="873870" cy="1690744"/>
            <a:chOff x="8150130" y="3452752"/>
            <a:chExt cx="873870" cy="1690744"/>
          </a:xfrm>
        </p:grpSpPr>
        <p:sp>
          <p:nvSpPr>
            <p:cNvPr id="558" name="Google Shape;558;p33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3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3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3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3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3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3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8" name="Google Shape;568;p33"/>
          <p:cNvSpPr txBox="1"/>
          <p:nvPr>
            <p:ph type="title"/>
          </p:nvPr>
        </p:nvSpPr>
        <p:spPr>
          <a:xfrm>
            <a:off x="757400" y="540000"/>
            <a:ext cx="4945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7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9" name="Google Shape;569;p33"/>
          <p:cNvSpPr txBox="1"/>
          <p:nvPr>
            <p:ph idx="1" type="subTitle"/>
          </p:nvPr>
        </p:nvSpPr>
        <p:spPr>
          <a:xfrm>
            <a:off x="757400" y="1771577"/>
            <a:ext cx="4945800" cy="11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33"/>
          <p:cNvSpPr txBox="1"/>
          <p:nvPr/>
        </p:nvSpPr>
        <p:spPr>
          <a:xfrm>
            <a:off x="7574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CREDITS: This presentation template was created by </a:t>
            </a:r>
            <a:r>
              <a:rPr lang="en-US" sz="12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2"/>
              </a:rPr>
              <a:t>Slidesgo</a:t>
            </a:r>
            <a:r>
              <a:rPr lang="en-US"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and includes icons by </a:t>
            </a:r>
            <a:r>
              <a:rPr lang="en-US" sz="1200" u="sng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US"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and infographics &amp; images by </a:t>
            </a:r>
            <a:r>
              <a:rPr lang="en-US" sz="1200" u="sng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-US" sz="1200" u="sng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endParaRPr sz="1200" u="sng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4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3" name="Google Shape;573;p34"/>
          <p:cNvGrpSpPr/>
          <p:nvPr/>
        </p:nvGrpSpPr>
        <p:grpSpPr>
          <a:xfrm>
            <a:off x="8023170" y="3390697"/>
            <a:ext cx="815217" cy="1752808"/>
            <a:chOff x="5237920" y="2828534"/>
            <a:chExt cx="815217" cy="1752808"/>
          </a:xfrm>
        </p:grpSpPr>
        <p:sp>
          <p:nvSpPr>
            <p:cNvPr id="574" name="Google Shape;574;p34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4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4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4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4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4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4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4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4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4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4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4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4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4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4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4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4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4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4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4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4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4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4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7" name="Google Shape;597;p34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5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5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1" name="Google Shape;601;p35"/>
          <p:cNvGrpSpPr/>
          <p:nvPr/>
        </p:nvGrpSpPr>
        <p:grpSpPr>
          <a:xfrm flipH="1">
            <a:off x="-861009" y="0"/>
            <a:ext cx="2084995" cy="2455287"/>
            <a:chOff x="8145441" y="0"/>
            <a:chExt cx="2084995" cy="2455287"/>
          </a:xfrm>
        </p:grpSpPr>
        <p:sp>
          <p:nvSpPr>
            <p:cNvPr id="602" name="Google Shape;602;p35"/>
            <p:cNvSpPr/>
            <p:nvPr/>
          </p:nvSpPr>
          <p:spPr>
            <a:xfrm>
              <a:off x="8390374" y="244375"/>
              <a:ext cx="954570" cy="510996"/>
            </a:xfrm>
            <a:custGeom>
              <a:rect b="b" l="l" r="r" t="t"/>
              <a:pathLst>
                <a:path extrusionOk="0" h="10354" w="24506">
                  <a:moveTo>
                    <a:pt x="0" y="0"/>
                  </a:moveTo>
                  <a:lnTo>
                    <a:pt x="0" y="10354"/>
                  </a:lnTo>
                  <a:lnTo>
                    <a:pt x="24505" y="10354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35"/>
            <p:cNvSpPr/>
            <p:nvPr/>
          </p:nvSpPr>
          <p:spPr>
            <a:xfrm>
              <a:off x="8390374" y="881805"/>
              <a:ext cx="954570" cy="511588"/>
            </a:xfrm>
            <a:custGeom>
              <a:rect b="b" l="l" r="r" t="t"/>
              <a:pathLst>
                <a:path extrusionOk="0" h="10366" w="24506">
                  <a:moveTo>
                    <a:pt x="0" y="0"/>
                  </a:moveTo>
                  <a:lnTo>
                    <a:pt x="0" y="10366"/>
                  </a:lnTo>
                  <a:lnTo>
                    <a:pt x="24505" y="10366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35"/>
            <p:cNvSpPr/>
            <p:nvPr/>
          </p:nvSpPr>
          <p:spPr>
            <a:xfrm>
              <a:off x="8145441" y="0"/>
              <a:ext cx="2084995" cy="2455287"/>
            </a:xfrm>
            <a:custGeom>
              <a:rect b="b" l="l" r="r" t="t"/>
              <a:pathLst>
                <a:path extrusionOk="0" fill="none" h="49750" w="42247">
                  <a:moveTo>
                    <a:pt x="0" y="0"/>
                  </a:moveTo>
                  <a:lnTo>
                    <a:pt x="42246" y="0"/>
                  </a:lnTo>
                  <a:lnTo>
                    <a:pt x="42246" y="49749"/>
                  </a:lnTo>
                  <a:lnTo>
                    <a:pt x="0" y="49749"/>
                  </a:lnTo>
                  <a:close/>
                </a:path>
              </a:pathLst>
            </a:custGeom>
            <a:noFill/>
            <a:ln cap="flat" cmpd="sng" w="3750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5"/>
            <p:cNvSpPr/>
            <p:nvPr/>
          </p:nvSpPr>
          <p:spPr>
            <a:xfrm>
              <a:off x="8267882" y="123033"/>
              <a:ext cx="1840059" cy="2209758"/>
            </a:xfrm>
            <a:custGeom>
              <a:rect b="b" l="l" r="r" t="t"/>
              <a:pathLst>
                <a:path extrusionOk="0" fill="none" h="44775" w="37284">
                  <a:moveTo>
                    <a:pt x="1" y="1"/>
                  </a:moveTo>
                  <a:lnTo>
                    <a:pt x="37283" y="1"/>
                  </a:lnTo>
                  <a:lnTo>
                    <a:pt x="37283" y="44774"/>
                  </a:lnTo>
                  <a:lnTo>
                    <a:pt x="1" y="44774"/>
                  </a:lnTo>
                  <a:close/>
                </a:path>
              </a:pathLst>
            </a:custGeom>
            <a:noFill/>
            <a:ln cap="flat" cmpd="sng" w="3175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7"/>
          <p:cNvSpPr txBox="1"/>
          <p:nvPr>
            <p:ph type="ctrTitle"/>
          </p:nvPr>
        </p:nvSpPr>
        <p:spPr>
          <a:xfrm>
            <a:off x="713225" y="840775"/>
            <a:ext cx="4565100" cy="282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611" name="Google Shape;611;p37"/>
          <p:cNvSpPr txBox="1"/>
          <p:nvPr>
            <p:ph idx="1" type="subTitle"/>
          </p:nvPr>
        </p:nvSpPr>
        <p:spPr>
          <a:xfrm>
            <a:off x="713225" y="3641925"/>
            <a:ext cx="4565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12" name="Google Shape;612;p37"/>
          <p:cNvSpPr/>
          <p:nvPr/>
        </p:nvSpPr>
        <p:spPr>
          <a:xfrm rot="10800000">
            <a:off x="4725848" y="-18202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7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4" name="Google Shape;614;p37"/>
          <p:cNvGrpSpPr/>
          <p:nvPr/>
        </p:nvGrpSpPr>
        <p:grpSpPr>
          <a:xfrm>
            <a:off x="8150130" y="3452752"/>
            <a:ext cx="873870" cy="1690744"/>
            <a:chOff x="8150130" y="3452752"/>
            <a:chExt cx="873870" cy="1690744"/>
          </a:xfrm>
        </p:grpSpPr>
        <p:sp>
          <p:nvSpPr>
            <p:cNvPr id="615" name="Google Shape;615;p37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37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7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7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7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37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7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7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8"/>
          <p:cNvSpPr/>
          <p:nvPr/>
        </p:nvSpPr>
        <p:spPr>
          <a:xfrm rot="10800000">
            <a:off x="4725848" y="-18202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8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8" name="Google Shape;628;p38"/>
          <p:cNvGrpSpPr/>
          <p:nvPr/>
        </p:nvGrpSpPr>
        <p:grpSpPr>
          <a:xfrm>
            <a:off x="7990037" y="3248177"/>
            <a:ext cx="881494" cy="1895311"/>
            <a:chOff x="5237920" y="2828534"/>
            <a:chExt cx="815217" cy="1752808"/>
          </a:xfrm>
        </p:grpSpPr>
        <p:sp>
          <p:nvSpPr>
            <p:cNvPr id="629" name="Google Shape;629;p38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8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8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38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38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38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8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38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38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38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38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38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38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38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38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38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38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38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38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8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8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38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2" name="Google Shape;652;p38"/>
          <p:cNvSpPr txBox="1"/>
          <p:nvPr>
            <p:ph type="title"/>
          </p:nvPr>
        </p:nvSpPr>
        <p:spPr>
          <a:xfrm>
            <a:off x="1123625" y="2016838"/>
            <a:ext cx="4005900" cy="181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53" name="Google Shape;653;p38"/>
          <p:cNvSpPr txBox="1"/>
          <p:nvPr>
            <p:ph hasCustomPrompt="1" idx="2" type="title"/>
          </p:nvPr>
        </p:nvSpPr>
        <p:spPr>
          <a:xfrm>
            <a:off x="1123625" y="1147426"/>
            <a:ext cx="1717200" cy="85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54" name="Google Shape;654;p38"/>
          <p:cNvSpPr txBox="1"/>
          <p:nvPr>
            <p:ph idx="1" type="subTitle"/>
          </p:nvPr>
        </p:nvSpPr>
        <p:spPr>
          <a:xfrm>
            <a:off x="1123625" y="3783013"/>
            <a:ext cx="4005900" cy="4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9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7" name="Google Shape;657;p39"/>
          <p:cNvGrpSpPr/>
          <p:nvPr/>
        </p:nvGrpSpPr>
        <p:grpSpPr>
          <a:xfrm>
            <a:off x="8608730" y="3452752"/>
            <a:ext cx="873870" cy="1690744"/>
            <a:chOff x="8150130" y="3452752"/>
            <a:chExt cx="873870" cy="1690744"/>
          </a:xfrm>
        </p:grpSpPr>
        <p:sp>
          <p:nvSpPr>
            <p:cNvPr id="658" name="Google Shape;658;p39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39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39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39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9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39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39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8" name="Google Shape;668;p39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0" name="Google Shape;670;p39"/>
          <p:cNvSpPr txBox="1"/>
          <p:nvPr>
            <p:ph idx="1" type="body"/>
          </p:nvPr>
        </p:nvSpPr>
        <p:spPr>
          <a:xfrm>
            <a:off x="720000" y="1099317"/>
            <a:ext cx="7704000" cy="27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lphaLcPeriod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romanLcPeriod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rabicPeriod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lphaLcPeriod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romanLcPeriod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rabicPeriod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alphaLcPeriod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40"/>
          <p:cNvSpPr/>
          <p:nvPr/>
        </p:nvSpPr>
        <p:spPr>
          <a:xfrm>
            <a:off x="-1145827" y="2784148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0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4" name="Google Shape;674;p40"/>
          <p:cNvGrpSpPr/>
          <p:nvPr/>
        </p:nvGrpSpPr>
        <p:grpSpPr>
          <a:xfrm>
            <a:off x="7990037" y="3248177"/>
            <a:ext cx="881494" cy="1895311"/>
            <a:chOff x="5237920" y="2828534"/>
            <a:chExt cx="815217" cy="1752808"/>
          </a:xfrm>
        </p:grpSpPr>
        <p:sp>
          <p:nvSpPr>
            <p:cNvPr id="675" name="Google Shape;675;p40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40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40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40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40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40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40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40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40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40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40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40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40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40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40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40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40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40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40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40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40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40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40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8" name="Google Shape;698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99" name="Google Shape;699;p40"/>
          <p:cNvSpPr txBox="1"/>
          <p:nvPr>
            <p:ph idx="1" type="subTitle"/>
          </p:nvPr>
        </p:nvSpPr>
        <p:spPr>
          <a:xfrm>
            <a:off x="4767685" y="2247500"/>
            <a:ext cx="2341500" cy="1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0" name="Google Shape;700;p40"/>
          <p:cNvSpPr txBox="1"/>
          <p:nvPr>
            <p:ph idx="2" type="subTitle"/>
          </p:nvPr>
        </p:nvSpPr>
        <p:spPr>
          <a:xfrm>
            <a:off x="2034827" y="2247500"/>
            <a:ext cx="2341500" cy="13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1" name="Google Shape;701;p40"/>
          <p:cNvSpPr txBox="1"/>
          <p:nvPr>
            <p:ph idx="3" type="subTitle"/>
          </p:nvPr>
        </p:nvSpPr>
        <p:spPr>
          <a:xfrm>
            <a:off x="4767671" y="1911025"/>
            <a:ext cx="2341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02" name="Google Shape;702;p40"/>
          <p:cNvSpPr txBox="1"/>
          <p:nvPr>
            <p:ph idx="4" type="subTitle"/>
          </p:nvPr>
        </p:nvSpPr>
        <p:spPr>
          <a:xfrm>
            <a:off x="2034815" y="1911025"/>
            <a:ext cx="2341500" cy="41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5" name="Google Shape;705;p41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1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09" name="Google Shape;709;p42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2"/>
          <p:cNvSpPr/>
          <p:nvPr/>
        </p:nvSpPr>
        <p:spPr>
          <a:xfrm>
            <a:off x="-462310" y="366475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3" name="Google Shape;713;p43"/>
          <p:cNvSpPr/>
          <p:nvPr/>
        </p:nvSpPr>
        <p:spPr>
          <a:xfrm flipH="1">
            <a:off x="6457240" y="3406825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3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4"/>
          <p:cNvSpPr txBox="1"/>
          <p:nvPr>
            <p:ph idx="1" type="subTitle"/>
          </p:nvPr>
        </p:nvSpPr>
        <p:spPr>
          <a:xfrm>
            <a:off x="1561700" y="1935775"/>
            <a:ext cx="3639000" cy="15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Font typeface="Kodchasan"/>
              <a:buAutoNum type="arabicPeriod"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lphaLcPeriod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romanLcPeriod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AutoNum type="arabicPeriod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alphaLcPeriod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AutoNum type="romanLcPeriod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rabicPeriod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AutoNum type="alphaLcPeriod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AutoNum type="romanLcPeriod"/>
              <a:defRPr/>
            </a:lvl9pPr>
          </a:lstStyle>
          <a:p/>
        </p:txBody>
      </p:sp>
      <p:sp>
        <p:nvSpPr>
          <p:cNvPr id="717" name="Google Shape;717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8" name="Google Shape;718;p44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9" name="Google Shape;719;p44"/>
          <p:cNvGrpSpPr/>
          <p:nvPr/>
        </p:nvGrpSpPr>
        <p:grpSpPr>
          <a:xfrm>
            <a:off x="8023170" y="3390697"/>
            <a:ext cx="815217" cy="1752808"/>
            <a:chOff x="5237920" y="2828534"/>
            <a:chExt cx="815217" cy="1752808"/>
          </a:xfrm>
        </p:grpSpPr>
        <p:sp>
          <p:nvSpPr>
            <p:cNvPr id="720" name="Google Shape;720;p44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44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44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44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44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44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44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44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44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4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4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44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44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44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44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44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44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44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44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44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44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44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44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43" name="Google Shape;743;p44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4" name="Google Shape;744;p44"/>
          <p:cNvGrpSpPr/>
          <p:nvPr/>
        </p:nvGrpSpPr>
        <p:grpSpPr>
          <a:xfrm>
            <a:off x="220368" y="3452752"/>
            <a:ext cx="873870" cy="1690744"/>
            <a:chOff x="8150130" y="3452752"/>
            <a:chExt cx="873870" cy="1690744"/>
          </a:xfrm>
        </p:grpSpPr>
        <p:sp>
          <p:nvSpPr>
            <p:cNvPr id="745" name="Google Shape;745;p44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44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44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44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44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44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44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4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4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44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5"/>
          <p:cNvSpPr txBox="1"/>
          <p:nvPr>
            <p:ph type="title"/>
          </p:nvPr>
        </p:nvSpPr>
        <p:spPr>
          <a:xfrm>
            <a:off x="1926175" y="1037175"/>
            <a:ext cx="5291700" cy="22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57" name="Google Shape;757;p45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45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9" name="Google Shape;759;p45"/>
          <p:cNvGrpSpPr/>
          <p:nvPr/>
        </p:nvGrpSpPr>
        <p:grpSpPr>
          <a:xfrm flipH="1">
            <a:off x="-861009" y="0"/>
            <a:ext cx="2084995" cy="2455287"/>
            <a:chOff x="8145441" y="0"/>
            <a:chExt cx="2084995" cy="2455287"/>
          </a:xfrm>
        </p:grpSpPr>
        <p:sp>
          <p:nvSpPr>
            <p:cNvPr id="760" name="Google Shape;760;p45"/>
            <p:cNvSpPr/>
            <p:nvPr/>
          </p:nvSpPr>
          <p:spPr>
            <a:xfrm>
              <a:off x="8390374" y="244375"/>
              <a:ext cx="954570" cy="510996"/>
            </a:xfrm>
            <a:custGeom>
              <a:rect b="b" l="l" r="r" t="t"/>
              <a:pathLst>
                <a:path extrusionOk="0" h="10354" w="24506">
                  <a:moveTo>
                    <a:pt x="0" y="0"/>
                  </a:moveTo>
                  <a:lnTo>
                    <a:pt x="0" y="10354"/>
                  </a:lnTo>
                  <a:lnTo>
                    <a:pt x="24505" y="10354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45"/>
            <p:cNvSpPr/>
            <p:nvPr/>
          </p:nvSpPr>
          <p:spPr>
            <a:xfrm>
              <a:off x="8390374" y="881805"/>
              <a:ext cx="954570" cy="511588"/>
            </a:xfrm>
            <a:custGeom>
              <a:rect b="b" l="l" r="r" t="t"/>
              <a:pathLst>
                <a:path extrusionOk="0" h="10366" w="24506">
                  <a:moveTo>
                    <a:pt x="0" y="0"/>
                  </a:moveTo>
                  <a:lnTo>
                    <a:pt x="0" y="10366"/>
                  </a:lnTo>
                  <a:lnTo>
                    <a:pt x="24505" y="10366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45"/>
            <p:cNvSpPr/>
            <p:nvPr/>
          </p:nvSpPr>
          <p:spPr>
            <a:xfrm>
              <a:off x="8145441" y="0"/>
              <a:ext cx="2084995" cy="2455287"/>
            </a:xfrm>
            <a:custGeom>
              <a:rect b="b" l="l" r="r" t="t"/>
              <a:pathLst>
                <a:path extrusionOk="0" fill="none" h="49750" w="42247">
                  <a:moveTo>
                    <a:pt x="0" y="0"/>
                  </a:moveTo>
                  <a:lnTo>
                    <a:pt x="42246" y="0"/>
                  </a:lnTo>
                  <a:lnTo>
                    <a:pt x="42246" y="49749"/>
                  </a:lnTo>
                  <a:lnTo>
                    <a:pt x="0" y="49749"/>
                  </a:lnTo>
                  <a:close/>
                </a:path>
              </a:pathLst>
            </a:custGeom>
            <a:noFill/>
            <a:ln cap="flat" cmpd="sng" w="3750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5"/>
            <p:cNvSpPr/>
            <p:nvPr/>
          </p:nvSpPr>
          <p:spPr>
            <a:xfrm>
              <a:off x="8267882" y="123033"/>
              <a:ext cx="1840059" cy="2209758"/>
            </a:xfrm>
            <a:custGeom>
              <a:rect b="b" l="l" r="r" t="t"/>
              <a:pathLst>
                <a:path extrusionOk="0" fill="none" h="44775" w="37284">
                  <a:moveTo>
                    <a:pt x="1" y="1"/>
                  </a:moveTo>
                  <a:lnTo>
                    <a:pt x="37283" y="1"/>
                  </a:lnTo>
                  <a:lnTo>
                    <a:pt x="37283" y="44774"/>
                  </a:lnTo>
                  <a:lnTo>
                    <a:pt x="1" y="44774"/>
                  </a:lnTo>
                  <a:close/>
                </a:path>
              </a:pathLst>
            </a:custGeom>
            <a:noFill/>
            <a:ln cap="flat" cmpd="sng" w="3175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6"/>
          <p:cNvSpPr txBox="1"/>
          <p:nvPr>
            <p:ph type="title"/>
          </p:nvPr>
        </p:nvSpPr>
        <p:spPr>
          <a:xfrm>
            <a:off x="1094225" y="1015750"/>
            <a:ext cx="3693300" cy="140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6" name="Google Shape;766;p46"/>
          <p:cNvSpPr txBox="1"/>
          <p:nvPr>
            <p:ph idx="1" type="subTitle"/>
          </p:nvPr>
        </p:nvSpPr>
        <p:spPr>
          <a:xfrm>
            <a:off x="1094225" y="2523275"/>
            <a:ext cx="3693300" cy="14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767" name="Google Shape;767;p46"/>
          <p:cNvSpPr/>
          <p:nvPr>
            <p:ph idx="2" type="pic"/>
          </p:nvPr>
        </p:nvSpPr>
        <p:spPr>
          <a:xfrm>
            <a:off x="5046275" y="601938"/>
            <a:ext cx="3025188" cy="3939624"/>
          </a:xfrm>
          <a:prstGeom prst="flowChartDocument">
            <a:avLst/>
          </a:prstGeom>
          <a:noFill/>
          <a:ln>
            <a:noFill/>
          </a:ln>
        </p:spPr>
      </p:sp>
      <p:sp>
        <p:nvSpPr>
          <p:cNvPr id="768" name="Google Shape;768;p46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9" name="Google Shape;769;p46"/>
          <p:cNvGrpSpPr/>
          <p:nvPr/>
        </p:nvGrpSpPr>
        <p:grpSpPr>
          <a:xfrm>
            <a:off x="220368" y="3452752"/>
            <a:ext cx="873870" cy="1690744"/>
            <a:chOff x="8150130" y="3452752"/>
            <a:chExt cx="873870" cy="1690744"/>
          </a:xfrm>
        </p:grpSpPr>
        <p:sp>
          <p:nvSpPr>
            <p:cNvPr id="770" name="Google Shape;770;p46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46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46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46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46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46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46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46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6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6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0" name="Google Shape;780;p46"/>
          <p:cNvGrpSpPr/>
          <p:nvPr/>
        </p:nvGrpSpPr>
        <p:grpSpPr>
          <a:xfrm>
            <a:off x="8194395" y="2905722"/>
            <a:ext cx="815217" cy="1752808"/>
            <a:chOff x="5237920" y="2828534"/>
            <a:chExt cx="815217" cy="1752808"/>
          </a:xfrm>
        </p:grpSpPr>
        <p:sp>
          <p:nvSpPr>
            <p:cNvPr id="781" name="Google Shape;781;p46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6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6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6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46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6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46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6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6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46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46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46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6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46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46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46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46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6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46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6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6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6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46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47"/>
          <p:cNvSpPr/>
          <p:nvPr>
            <p:ph idx="2" type="pic"/>
          </p:nvPr>
        </p:nvSpPr>
        <p:spPr>
          <a:xfrm>
            <a:off x="0" y="0"/>
            <a:ext cx="9144000" cy="5142000"/>
          </a:xfrm>
          <a:prstGeom prst="rect">
            <a:avLst/>
          </a:prstGeom>
          <a:noFill/>
          <a:ln>
            <a:noFill/>
          </a:ln>
        </p:spPr>
      </p:sp>
      <p:sp>
        <p:nvSpPr>
          <p:cNvPr id="806" name="Google Shape;806;p47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48"/>
          <p:cNvSpPr/>
          <p:nvPr/>
        </p:nvSpPr>
        <p:spPr>
          <a:xfrm rot="10800000">
            <a:off x="5043348" y="-446952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48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0" name="Google Shape;810;p48"/>
          <p:cNvGrpSpPr/>
          <p:nvPr/>
        </p:nvGrpSpPr>
        <p:grpSpPr>
          <a:xfrm flipH="1">
            <a:off x="-861009" y="0"/>
            <a:ext cx="2084995" cy="2455287"/>
            <a:chOff x="8145441" y="0"/>
            <a:chExt cx="2084995" cy="2455287"/>
          </a:xfrm>
        </p:grpSpPr>
        <p:sp>
          <p:nvSpPr>
            <p:cNvPr id="811" name="Google Shape;811;p48"/>
            <p:cNvSpPr/>
            <p:nvPr/>
          </p:nvSpPr>
          <p:spPr>
            <a:xfrm>
              <a:off x="8390374" y="244375"/>
              <a:ext cx="954570" cy="510996"/>
            </a:xfrm>
            <a:custGeom>
              <a:rect b="b" l="l" r="r" t="t"/>
              <a:pathLst>
                <a:path extrusionOk="0" h="10354" w="24506">
                  <a:moveTo>
                    <a:pt x="0" y="0"/>
                  </a:moveTo>
                  <a:lnTo>
                    <a:pt x="0" y="10354"/>
                  </a:lnTo>
                  <a:lnTo>
                    <a:pt x="24505" y="10354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48"/>
            <p:cNvSpPr/>
            <p:nvPr/>
          </p:nvSpPr>
          <p:spPr>
            <a:xfrm>
              <a:off x="8390374" y="881805"/>
              <a:ext cx="954570" cy="511588"/>
            </a:xfrm>
            <a:custGeom>
              <a:rect b="b" l="l" r="r" t="t"/>
              <a:pathLst>
                <a:path extrusionOk="0" h="10366" w="24506">
                  <a:moveTo>
                    <a:pt x="0" y="0"/>
                  </a:moveTo>
                  <a:lnTo>
                    <a:pt x="0" y="10366"/>
                  </a:lnTo>
                  <a:lnTo>
                    <a:pt x="24505" y="10366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48"/>
            <p:cNvSpPr/>
            <p:nvPr/>
          </p:nvSpPr>
          <p:spPr>
            <a:xfrm>
              <a:off x="8145441" y="0"/>
              <a:ext cx="2084995" cy="2455287"/>
            </a:xfrm>
            <a:custGeom>
              <a:rect b="b" l="l" r="r" t="t"/>
              <a:pathLst>
                <a:path extrusionOk="0" fill="none" h="49750" w="42247">
                  <a:moveTo>
                    <a:pt x="0" y="0"/>
                  </a:moveTo>
                  <a:lnTo>
                    <a:pt x="42246" y="0"/>
                  </a:lnTo>
                  <a:lnTo>
                    <a:pt x="42246" y="49749"/>
                  </a:lnTo>
                  <a:lnTo>
                    <a:pt x="0" y="49749"/>
                  </a:lnTo>
                  <a:close/>
                </a:path>
              </a:pathLst>
            </a:custGeom>
            <a:noFill/>
            <a:ln cap="flat" cmpd="sng" w="3750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48"/>
            <p:cNvSpPr/>
            <p:nvPr/>
          </p:nvSpPr>
          <p:spPr>
            <a:xfrm>
              <a:off x="8267882" y="123033"/>
              <a:ext cx="1840059" cy="2209758"/>
            </a:xfrm>
            <a:custGeom>
              <a:rect b="b" l="l" r="r" t="t"/>
              <a:pathLst>
                <a:path extrusionOk="0" fill="none" h="44775" w="37284">
                  <a:moveTo>
                    <a:pt x="1" y="1"/>
                  </a:moveTo>
                  <a:lnTo>
                    <a:pt x="37283" y="1"/>
                  </a:lnTo>
                  <a:lnTo>
                    <a:pt x="37283" y="44774"/>
                  </a:lnTo>
                  <a:lnTo>
                    <a:pt x="1" y="44774"/>
                  </a:lnTo>
                  <a:close/>
                </a:path>
              </a:pathLst>
            </a:custGeom>
            <a:noFill/>
            <a:ln cap="flat" cmpd="sng" w="3175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5" name="Google Shape;815;p48"/>
          <p:cNvSpPr txBox="1"/>
          <p:nvPr>
            <p:ph hasCustomPrompt="1" type="title"/>
          </p:nvPr>
        </p:nvSpPr>
        <p:spPr>
          <a:xfrm>
            <a:off x="1284000" y="1339500"/>
            <a:ext cx="6576000" cy="166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16" name="Google Shape;816;p48"/>
          <p:cNvSpPr txBox="1"/>
          <p:nvPr>
            <p:ph idx="1" type="subTitle"/>
          </p:nvPr>
        </p:nvSpPr>
        <p:spPr>
          <a:xfrm>
            <a:off x="1284000" y="3002100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50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0"/>
          <p:cNvSpPr/>
          <p:nvPr/>
        </p:nvSpPr>
        <p:spPr>
          <a:xfrm>
            <a:off x="-1228835" y="330115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2" name="Google Shape;822;p50"/>
          <p:cNvSpPr txBox="1"/>
          <p:nvPr>
            <p:ph idx="1" type="subTitle"/>
          </p:nvPr>
        </p:nvSpPr>
        <p:spPr>
          <a:xfrm>
            <a:off x="1594275" y="216852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3" name="Google Shape;823;p50"/>
          <p:cNvSpPr txBox="1"/>
          <p:nvPr>
            <p:ph idx="2" type="subTitle"/>
          </p:nvPr>
        </p:nvSpPr>
        <p:spPr>
          <a:xfrm>
            <a:off x="4630424" y="2168525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4" name="Google Shape;824;p50"/>
          <p:cNvSpPr txBox="1"/>
          <p:nvPr>
            <p:ph idx="3" type="subTitle"/>
          </p:nvPr>
        </p:nvSpPr>
        <p:spPr>
          <a:xfrm>
            <a:off x="1594275" y="375275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5" name="Google Shape;825;p50"/>
          <p:cNvSpPr txBox="1"/>
          <p:nvPr>
            <p:ph idx="4" type="subTitle"/>
          </p:nvPr>
        </p:nvSpPr>
        <p:spPr>
          <a:xfrm>
            <a:off x="4630424" y="3752750"/>
            <a:ext cx="2919300" cy="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6" name="Google Shape;826;p50"/>
          <p:cNvSpPr txBox="1"/>
          <p:nvPr>
            <p:ph hasCustomPrompt="1" idx="5" type="title"/>
          </p:nvPr>
        </p:nvSpPr>
        <p:spPr>
          <a:xfrm>
            <a:off x="1594275" y="1399650"/>
            <a:ext cx="954600" cy="55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7" name="Google Shape;827;p50"/>
          <p:cNvSpPr txBox="1"/>
          <p:nvPr>
            <p:ph hasCustomPrompt="1" idx="6" type="title"/>
          </p:nvPr>
        </p:nvSpPr>
        <p:spPr>
          <a:xfrm>
            <a:off x="1594275" y="2983895"/>
            <a:ext cx="954600" cy="55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8" name="Google Shape;828;p50"/>
          <p:cNvSpPr txBox="1"/>
          <p:nvPr>
            <p:ph hasCustomPrompt="1" idx="7" type="title"/>
          </p:nvPr>
        </p:nvSpPr>
        <p:spPr>
          <a:xfrm>
            <a:off x="4630425" y="1399650"/>
            <a:ext cx="954600" cy="55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9" name="Google Shape;829;p50"/>
          <p:cNvSpPr txBox="1"/>
          <p:nvPr>
            <p:ph hasCustomPrompt="1" idx="8" type="title"/>
          </p:nvPr>
        </p:nvSpPr>
        <p:spPr>
          <a:xfrm>
            <a:off x="4630425" y="2983895"/>
            <a:ext cx="954600" cy="557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0" name="Google Shape;830;p50"/>
          <p:cNvSpPr txBox="1"/>
          <p:nvPr>
            <p:ph idx="9" type="subTitle"/>
          </p:nvPr>
        </p:nvSpPr>
        <p:spPr>
          <a:xfrm>
            <a:off x="1594274" y="1984975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1" name="Google Shape;831;p50"/>
          <p:cNvSpPr txBox="1"/>
          <p:nvPr>
            <p:ph idx="13" type="subTitle"/>
          </p:nvPr>
        </p:nvSpPr>
        <p:spPr>
          <a:xfrm>
            <a:off x="4630426" y="1984975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2" name="Google Shape;832;p50"/>
          <p:cNvSpPr txBox="1"/>
          <p:nvPr>
            <p:ph idx="14" type="subTitle"/>
          </p:nvPr>
        </p:nvSpPr>
        <p:spPr>
          <a:xfrm>
            <a:off x="1594274" y="3569151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33" name="Google Shape;833;p50"/>
          <p:cNvSpPr txBox="1"/>
          <p:nvPr>
            <p:ph idx="15" type="subTitle"/>
          </p:nvPr>
        </p:nvSpPr>
        <p:spPr>
          <a:xfrm>
            <a:off x="4630426" y="3569151"/>
            <a:ext cx="2919300" cy="36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51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6" name="Google Shape;836;p51"/>
          <p:cNvGrpSpPr/>
          <p:nvPr/>
        </p:nvGrpSpPr>
        <p:grpSpPr>
          <a:xfrm>
            <a:off x="376105" y="3132352"/>
            <a:ext cx="873870" cy="1690744"/>
            <a:chOff x="8150130" y="3452752"/>
            <a:chExt cx="873870" cy="1690744"/>
          </a:xfrm>
        </p:grpSpPr>
        <p:sp>
          <p:nvSpPr>
            <p:cNvPr id="837" name="Google Shape;837;p51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51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51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51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1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1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1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51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51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51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7" name="Google Shape;847;p51"/>
          <p:cNvGrpSpPr/>
          <p:nvPr/>
        </p:nvGrpSpPr>
        <p:grpSpPr>
          <a:xfrm>
            <a:off x="6875495" y="3417797"/>
            <a:ext cx="815217" cy="1752808"/>
            <a:chOff x="5237920" y="2828534"/>
            <a:chExt cx="815217" cy="1752808"/>
          </a:xfrm>
        </p:grpSpPr>
        <p:sp>
          <p:nvSpPr>
            <p:cNvPr id="848" name="Google Shape;848;p51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51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51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51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51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51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51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1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1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51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51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51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51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51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51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51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51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51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51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51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1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51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51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1" name="Google Shape;871;p51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1"/>
          <p:cNvSpPr txBox="1"/>
          <p:nvPr>
            <p:ph type="title"/>
          </p:nvPr>
        </p:nvSpPr>
        <p:spPr>
          <a:xfrm>
            <a:off x="1767325" y="3417800"/>
            <a:ext cx="57705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3" name="Google Shape;873;p51"/>
          <p:cNvSpPr txBox="1"/>
          <p:nvPr>
            <p:ph idx="1" type="subTitle"/>
          </p:nvPr>
        </p:nvSpPr>
        <p:spPr>
          <a:xfrm>
            <a:off x="1767325" y="1034800"/>
            <a:ext cx="5770500" cy="227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grpSp>
        <p:nvGrpSpPr>
          <p:cNvPr id="874" name="Google Shape;874;p51"/>
          <p:cNvGrpSpPr/>
          <p:nvPr/>
        </p:nvGrpSpPr>
        <p:grpSpPr>
          <a:xfrm>
            <a:off x="7690701" y="2108220"/>
            <a:ext cx="1315392" cy="2795308"/>
            <a:chOff x="-4059149" y="5125970"/>
            <a:chExt cx="1315392" cy="2795308"/>
          </a:xfrm>
        </p:grpSpPr>
        <p:sp>
          <p:nvSpPr>
            <p:cNvPr id="875" name="Google Shape;875;p51"/>
            <p:cNvSpPr/>
            <p:nvPr/>
          </p:nvSpPr>
          <p:spPr>
            <a:xfrm>
              <a:off x="-3940114" y="5832878"/>
              <a:ext cx="1077266" cy="2088400"/>
            </a:xfrm>
            <a:custGeom>
              <a:rect b="b" l="l" r="r" t="t"/>
              <a:pathLst>
                <a:path extrusionOk="0" h="42316" w="21828">
                  <a:moveTo>
                    <a:pt x="1" y="1"/>
                  </a:moveTo>
                  <a:lnTo>
                    <a:pt x="3614" y="42316"/>
                  </a:lnTo>
                  <a:lnTo>
                    <a:pt x="18215" y="42316"/>
                  </a:lnTo>
                  <a:lnTo>
                    <a:pt x="218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1"/>
            <p:cNvSpPr/>
            <p:nvPr/>
          </p:nvSpPr>
          <p:spPr>
            <a:xfrm>
              <a:off x="-3809086" y="5951914"/>
              <a:ext cx="815254" cy="1850324"/>
            </a:xfrm>
            <a:custGeom>
              <a:rect b="b" l="l" r="r" t="t"/>
              <a:pathLst>
                <a:path extrusionOk="0" h="37492" w="16519">
                  <a:moveTo>
                    <a:pt x="751" y="1"/>
                  </a:moveTo>
                  <a:cubicBezTo>
                    <a:pt x="335" y="1"/>
                    <a:pt x="1" y="359"/>
                    <a:pt x="35" y="786"/>
                  </a:cubicBezTo>
                  <a:lnTo>
                    <a:pt x="3117" y="36833"/>
                  </a:lnTo>
                  <a:cubicBezTo>
                    <a:pt x="3140" y="37203"/>
                    <a:pt x="3452" y="37491"/>
                    <a:pt x="3833" y="37491"/>
                  </a:cubicBezTo>
                  <a:lnTo>
                    <a:pt x="12686" y="37491"/>
                  </a:lnTo>
                  <a:cubicBezTo>
                    <a:pt x="13067" y="37491"/>
                    <a:pt x="13379" y="37203"/>
                    <a:pt x="13402" y="36833"/>
                  </a:cubicBezTo>
                  <a:lnTo>
                    <a:pt x="16484" y="786"/>
                  </a:lnTo>
                  <a:cubicBezTo>
                    <a:pt x="16518" y="359"/>
                    <a:pt x="16183" y="1"/>
                    <a:pt x="157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51"/>
            <p:cNvSpPr/>
            <p:nvPr/>
          </p:nvSpPr>
          <p:spPr>
            <a:xfrm>
              <a:off x="-4059149" y="5614696"/>
              <a:ext cx="1315392" cy="143024"/>
            </a:xfrm>
            <a:custGeom>
              <a:rect b="b" l="l" r="r" t="t"/>
              <a:pathLst>
                <a:path extrusionOk="0" h="2898" w="26653">
                  <a:moveTo>
                    <a:pt x="439" y="1"/>
                  </a:moveTo>
                  <a:cubicBezTo>
                    <a:pt x="197" y="1"/>
                    <a:pt x="0" y="197"/>
                    <a:pt x="0" y="439"/>
                  </a:cubicBezTo>
                  <a:lnTo>
                    <a:pt x="0" y="2459"/>
                  </a:lnTo>
                  <a:cubicBezTo>
                    <a:pt x="0" y="2702"/>
                    <a:pt x="197" y="2898"/>
                    <a:pt x="439" y="2898"/>
                  </a:cubicBezTo>
                  <a:lnTo>
                    <a:pt x="26214" y="2898"/>
                  </a:lnTo>
                  <a:cubicBezTo>
                    <a:pt x="26456" y="2898"/>
                    <a:pt x="26652" y="2702"/>
                    <a:pt x="26652" y="2459"/>
                  </a:cubicBezTo>
                  <a:lnTo>
                    <a:pt x="26652" y="439"/>
                  </a:lnTo>
                  <a:cubicBezTo>
                    <a:pt x="26652" y="197"/>
                    <a:pt x="26456" y="1"/>
                    <a:pt x="262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51"/>
            <p:cNvSpPr/>
            <p:nvPr/>
          </p:nvSpPr>
          <p:spPr>
            <a:xfrm>
              <a:off x="-4009008" y="5757667"/>
              <a:ext cx="1215108" cy="75263"/>
            </a:xfrm>
            <a:custGeom>
              <a:rect b="b" l="l" r="r" t="t"/>
              <a:pathLst>
                <a:path extrusionOk="0" h="1525" w="24621">
                  <a:moveTo>
                    <a:pt x="0" y="1"/>
                  </a:moveTo>
                  <a:lnTo>
                    <a:pt x="0" y="1097"/>
                  </a:lnTo>
                  <a:cubicBezTo>
                    <a:pt x="0" y="1328"/>
                    <a:pt x="196" y="1525"/>
                    <a:pt x="427" y="1525"/>
                  </a:cubicBezTo>
                  <a:lnTo>
                    <a:pt x="24194" y="1525"/>
                  </a:lnTo>
                  <a:cubicBezTo>
                    <a:pt x="24424" y="1525"/>
                    <a:pt x="24621" y="1328"/>
                    <a:pt x="24621" y="1097"/>
                  </a:cubicBezTo>
                  <a:lnTo>
                    <a:pt x="246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51"/>
            <p:cNvSpPr/>
            <p:nvPr/>
          </p:nvSpPr>
          <p:spPr>
            <a:xfrm>
              <a:off x="-3130062" y="5125970"/>
              <a:ext cx="54732" cy="38791"/>
            </a:xfrm>
            <a:custGeom>
              <a:rect b="b" l="l" r="r" t="t"/>
              <a:pathLst>
                <a:path extrusionOk="0" h="786" w="1109">
                  <a:moveTo>
                    <a:pt x="555" y="0"/>
                  </a:moveTo>
                  <a:cubicBezTo>
                    <a:pt x="254" y="0"/>
                    <a:pt x="0" y="173"/>
                    <a:pt x="0" y="393"/>
                  </a:cubicBezTo>
                  <a:cubicBezTo>
                    <a:pt x="0" y="612"/>
                    <a:pt x="254" y="785"/>
                    <a:pt x="555" y="785"/>
                  </a:cubicBezTo>
                  <a:cubicBezTo>
                    <a:pt x="866" y="785"/>
                    <a:pt x="1109" y="612"/>
                    <a:pt x="1109" y="393"/>
                  </a:cubicBezTo>
                  <a:cubicBezTo>
                    <a:pt x="1109" y="173"/>
                    <a:pt x="866" y="0"/>
                    <a:pt x="5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51"/>
            <p:cNvSpPr/>
            <p:nvPr/>
          </p:nvSpPr>
          <p:spPr>
            <a:xfrm>
              <a:off x="-3258819" y="5138555"/>
              <a:ext cx="153289" cy="440323"/>
            </a:xfrm>
            <a:custGeom>
              <a:rect b="b" l="l" r="r" t="t"/>
              <a:pathLst>
                <a:path extrusionOk="0" h="8922" w="3106">
                  <a:moveTo>
                    <a:pt x="2679" y="0"/>
                  </a:moveTo>
                  <a:cubicBezTo>
                    <a:pt x="2217" y="0"/>
                    <a:pt x="1733" y="229"/>
                    <a:pt x="1374" y="634"/>
                  </a:cubicBezTo>
                  <a:cubicBezTo>
                    <a:pt x="959" y="1096"/>
                    <a:pt x="751" y="1707"/>
                    <a:pt x="613" y="2250"/>
                  </a:cubicBezTo>
                  <a:cubicBezTo>
                    <a:pt x="35" y="4351"/>
                    <a:pt x="1" y="6567"/>
                    <a:pt x="12" y="8829"/>
                  </a:cubicBezTo>
                  <a:cubicBezTo>
                    <a:pt x="12" y="8887"/>
                    <a:pt x="59" y="8922"/>
                    <a:pt x="105" y="8922"/>
                  </a:cubicBezTo>
                  <a:cubicBezTo>
                    <a:pt x="151" y="8922"/>
                    <a:pt x="197" y="8887"/>
                    <a:pt x="197" y="8829"/>
                  </a:cubicBezTo>
                  <a:cubicBezTo>
                    <a:pt x="186" y="6578"/>
                    <a:pt x="220" y="4374"/>
                    <a:pt x="786" y="2296"/>
                  </a:cubicBezTo>
                  <a:cubicBezTo>
                    <a:pt x="924" y="1777"/>
                    <a:pt x="1120" y="1188"/>
                    <a:pt x="1501" y="749"/>
                  </a:cubicBezTo>
                  <a:cubicBezTo>
                    <a:pt x="1777" y="445"/>
                    <a:pt x="2225" y="180"/>
                    <a:pt x="2685" y="180"/>
                  </a:cubicBezTo>
                  <a:cubicBezTo>
                    <a:pt x="2783" y="180"/>
                    <a:pt x="2881" y="192"/>
                    <a:pt x="2979" y="218"/>
                  </a:cubicBezTo>
                  <a:cubicBezTo>
                    <a:pt x="2987" y="220"/>
                    <a:pt x="2995" y="221"/>
                    <a:pt x="3003" y="221"/>
                  </a:cubicBezTo>
                  <a:cubicBezTo>
                    <a:pt x="3043" y="221"/>
                    <a:pt x="3085" y="199"/>
                    <a:pt x="3094" y="161"/>
                  </a:cubicBezTo>
                  <a:cubicBezTo>
                    <a:pt x="3106" y="115"/>
                    <a:pt x="3083" y="57"/>
                    <a:pt x="3025" y="45"/>
                  </a:cubicBezTo>
                  <a:cubicBezTo>
                    <a:pt x="2913" y="15"/>
                    <a:pt x="2797" y="0"/>
                    <a:pt x="26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51"/>
            <p:cNvSpPr/>
            <p:nvPr/>
          </p:nvSpPr>
          <p:spPr>
            <a:xfrm>
              <a:off x="-3371587" y="5569688"/>
              <a:ext cx="235313" cy="45059"/>
            </a:xfrm>
            <a:custGeom>
              <a:rect b="b" l="l" r="r" t="t"/>
              <a:pathLst>
                <a:path extrusionOk="0" h="913" w="4768">
                  <a:moveTo>
                    <a:pt x="924" y="1"/>
                  </a:moveTo>
                  <a:cubicBezTo>
                    <a:pt x="416" y="1"/>
                    <a:pt x="0" y="405"/>
                    <a:pt x="0" y="913"/>
                  </a:cubicBezTo>
                  <a:lnTo>
                    <a:pt x="4768" y="913"/>
                  </a:lnTo>
                  <a:cubicBezTo>
                    <a:pt x="4768" y="405"/>
                    <a:pt x="4364" y="1"/>
                    <a:pt x="385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51"/>
            <p:cNvSpPr/>
            <p:nvPr/>
          </p:nvSpPr>
          <p:spPr>
            <a:xfrm>
              <a:off x="-3486082" y="5125970"/>
              <a:ext cx="54140" cy="38791"/>
            </a:xfrm>
            <a:custGeom>
              <a:rect b="b" l="l" r="r" t="t"/>
              <a:pathLst>
                <a:path extrusionOk="0" h="786" w="1097">
                  <a:moveTo>
                    <a:pt x="543" y="0"/>
                  </a:moveTo>
                  <a:cubicBezTo>
                    <a:pt x="243" y="0"/>
                    <a:pt x="0" y="173"/>
                    <a:pt x="0" y="393"/>
                  </a:cubicBezTo>
                  <a:cubicBezTo>
                    <a:pt x="0" y="612"/>
                    <a:pt x="243" y="785"/>
                    <a:pt x="543" y="785"/>
                  </a:cubicBezTo>
                  <a:cubicBezTo>
                    <a:pt x="854" y="785"/>
                    <a:pt x="1097" y="612"/>
                    <a:pt x="1097" y="393"/>
                  </a:cubicBezTo>
                  <a:cubicBezTo>
                    <a:pt x="1097" y="173"/>
                    <a:pt x="854" y="0"/>
                    <a:pt x="54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51"/>
            <p:cNvSpPr/>
            <p:nvPr/>
          </p:nvSpPr>
          <p:spPr>
            <a:xfrm>
              <a:off x="-3615382" y="5138555"/>
              <a:ext cx="153289" cy="440323"/>
            </a:xfrm>
            <a:custGeom>
              <a:rect b="b" l="l" r="r" t="t"/>
              <a:pathLst>
                <a:path extrusionOk="0" h="8922" w="3106">
                  <a:moveTo>
                    <a:pt x="2685" y="0"/>
                  </a:moveTo>
                  <a:cubicBezTo>
                    <a:pt x="2216" y="0"/>
                    <a:pt x="1733" y="229"/>
                    <a:pt x="1374" y="634"/>
                  </a:cubicBezTo>
                  <a:cubicBezTo>
                    <a:pt x="958" y="1096"/>
                    <a:pt x="750" y="1707"/>
                    <a:pt x="612" y="2250"/>
                  </a:cubicBezTo>
                  <a:cubicBezTo>
                    <a:pt x="46" y="4351"/>
                    <a:pt x="0" y="6567"/>
                    <a:pt x="12" y="8829"/>
                  </a:cubicBezTo>
                  <a:cubicBezTo>
                    <a:pt x="12" y="8887"/>
                    <a:pt x="58" y="8922"/>
                    <a:pt x="104" y="8922"/>
                  </a:cubicBezTo>
                  <a:cubicBezTo>
                    <a:pt x="162" y="8922"/>
                    <a:pt x="196" y="8887"/>
                    <a:pt x="196" y="8829"/>
                  </a:cubicBezTo>
                  <a:cubicBezTo>
                    <a:pt x="185" y="6578"/>
                    <a:pt x="219" y="4374"/>
                    <a:pt x="785" y="2296"/>
                  </a:cubicBezTo>
                  <a:cubicBezTo>
                    <a:pt x="924" y="1777"/>
                    <a:pt x="1120" y="1188"/>
                    <a:pt x="1501" y="749"/>
                  </a:cubicBezTo>
                  <a:cubicBezTo>
                    <a:pt x="1776" y="445"/>
                    <a:pt x="2225" y="180"/>
                    <a:pt x="2684" y="180"/>
                  </a:cubicBezTo>
                  <a:cubicBezTo>
                    <a:pt x="2782" y="180"/>
                    <a:pt x="2881" y="192"/>
                    <a:pt x="2978" y="218"/>
                  </a:cubicBezTo>
                  <a:cubicBezTo>
                    <a:pt x="2986" y="220"/>
                    <a:pt x="2994" y="221"/>
                    <a:pt x="3003" y="221"/>
                  </a:cubicBezTo>
                  <a:cubicBezTo>
                    <a:pt x="3043" y="221"/>
                    <a:pt x="3084" y="199"/>
                    <a:pt x="3094" y="161"/>
                  </a:cubicBezTo>
                  <a:cubicBezTo>
                    <a:pt x="3105" y="115"/>
                    <a:pt x="3082" y="57"/>
                    <a:pt x="3036" y="45"/>
                  </a:cubicBezTo>
                  <a:cubicBezTo>
                    <a:pt x="2921" y="15"/>
                    <a:pt x="2803" y="0"/>
                    <a:pt x="268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51"/>
            <p:cNvSpPr/>
            <p:nvPr/>
          </p:nvSpPr>
          <p:spPr>
            <a:xfrm>
              <a:off x="-3727607" y="5569688"/>
              <a:ext cx="234720" cy="45059"/>
            </a:xfrm>
            <a:custGeom>
              <a:rect b="b" l="l" r="r" t="t"/>
              <a:pathLst>
                <a:path extrusionOk="0" h="913" w="4756">
                  <a:moveTo>
                    <a:pt x="912" y="1"/>
                  </a:moveTo>
                  <a:cubicBezTo>
                    <a:pt x="404" y="1"/>
                    <a:pt x="0" y="405"/>
                    <a:pt x="0" y="913"/>
                  </a:cubicBezTo>
                  <a:lnTo>
                    <a:pt x="4756" y="913"/>
                  </a:lnTo>
                  <a:cubicBezTo>
                    <a:pt x="4756" y="405"/>
                    <a:pt x="4352" y="1"/>
                    <a:pt x="38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52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52"/>
          <p:cNvSpPr/>
          <p:nvPr/>
        </p:nvSpPr>
        <p:spPr>
          <a:xfrm flipH="1">
            <a:off x="6492540" y="335875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8" name="Google Shape;888;p52"/>
          <p:cNvGrpSpPr/>
          <p:nvPr/>
        </p:nvGrpSpPr>
        <p:grpSpPr>
          <a:xfrm>
            <a:off x="305620" y="3417797"/>
            <a:ext cx="815217" cy="1752808"/>
            <a:chOff x="5237920" y="2828534"/>
            <a:chExt cx="815217" cy="1752808"/>
          </a:xfrm>
        </p:grpSpPr>
        <p:sp>
          <p:nvSpPr>
            <p:cNvPr id="889" name="Google Shape;889;p52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52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52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52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52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52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52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52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52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52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52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52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52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52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52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52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52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52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52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52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52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52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52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2" name="Google Shape;912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52"/>
          <p:cNvSpPr txBox="1"/>
          <p:nvPr>
            <p:ph idx="1" type="subTitle"/>
          </p:nvPr>
        </p:nvSpPr>
        <p:spPr>
          <a:xfrm>
            <a:off x="4738261" y="1587400"/>
            <a:ext cx="30747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4" name="Google Shape;914;p52"/>
          <p:cNvSpPr txBox="1"/>
          <p:nvPr>
            <p:ph idx="2" type="subTitle"/>
          </p:nvPr>
        </p:nvSpPr>
        <p:spPr>
          <a:xfrm>
            <a:off x="1331039" y="1587400"/>
            <a:ext cx="30747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3"/>
          <p:cNvSpPr txBox="1"/>
          <p:nvPr>
            <p:ph type="title"/>
          </p:nvPr>
        </p:nvSpPr>
        <p:spPr>
          <a:xfrm>
            <a:off x="5097613" y="1717400"/>
            <a:ext cx="3036600" cy="6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7" name="Google Shape;917;p53"/>
          <p:cNvSpPr txBox="1"/>
          <p:nvPr>
            <p:ph idx="1" type="subTitle"/>
          </p:nvPr>
        </p:nvSpPr>
        <p:spPr>
          <a:xfrm>
            <a:off x="5097613" y="2369475"/>
            <a:ext cx="3036600" cy="11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8" name="Google Shape;918;p53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53"/>
          <p:cNvSpPr/>
          <p:nvPr/>
        </p:nvSpPr>
        <p:spPr>
          <a:xfrm rot="10800000">
            <a:off x="6286015" y="-370025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2" name="Google Shape;922;p54"/>
          <p:cNvSpPr txBox="1"/>
          <p:nvPr>
            <p:ph idx="1" type="subTitle"/>
          </p:nvPr>
        </p:nvSpPr>
        <p:spPr>
          <a:xfrm>
            <a:off x="2415325" y="2024975"/>
            <a:ext cx="5355000" cy="60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3" name="Google Shape;923;p54"/>
          <p:cNvSpPr txBox="1"/>
          <p:nvPr>
            <p:ph idx="2" type="subTitle"/>
          </p:nvPr>
        </p:nvSpPr>
        <p:spPr>
          <a:xfrm>
            <a:off x="2415325" y="3396250"/>
            <a:ext cx="53550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4" name="Google Shape;924;p54"/>
          <p:cNvSpPr txBox="1"/>
          <p:nvPr>
            <p:ph idx="3" type="subTitle"/>
          </p:nvPr>
        </p:nvSpPr>
        <p:spPr>
          <a:xfrm>
            <a:off x="2415325" y="1652075"/>
            <a:ext cx="53550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5" name="Google Shape;925;p54"/>
          <p:cNvSpPr txBox="1"/>
          <p:nvPr>
            <p:ph idx="4" type="subTitle"/>
          </p:nvPr>
        </p:nvSpPr>
        <p:spPr>
          <a:xfrm>
            <a:off x="2415325" y="3059375"/>
            <a:ext cx="5355000" cy="36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6" name="Google Shape;926;p54"/>
          <p:cNvSpPr/>
          <p:nvPr/>
        </p:nvSpPr>
        <p:spPr>
          <a:xfrm>
            <a:off x="-1391550" y="2784148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4"/>
          <p:cNvSpPr/>
          <p:nvPr/>
        </p:nvSpPr>
        <p:spPr>
          <a:xfrm flipH="1">
            <a:off x="28649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8" name="Google Shape;928;p54"/>
          <p:cNvGrpSpPr/>
          <p:nvPr/>
        </p:nvGrpSpPr>
        <p:grpSpPr>
          <a:xfrm flipH="1">
            <a:off x="7947088" y="3452752"/>
            <a:ext cx="873870" cy="1690744"/>
            <a:chOff x="8150130" y="3452752"/>
            <a:chExt cx="873870" cy="1690744"/>
          </a:xfrm>
        </p:grpSpPr>
        <p:sp>
          <p:nvSpPr>
            <p:cNvPr id="929" name="Google Shape;929;p54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54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54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54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54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54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54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54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54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54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9" name="Google Shape;939;p54"/>
          <p:cNvGrpSpPr/>
          <p:nvPr/>
        </p:nvGrpSpPr>
        <p:grpSpPr>
          <a:xfrm>
            <a:off x="8299991" y="0"/>
            <a:ext cx="2084995" cy="2455287"/>
            <a:chOff x="7959641" y="338975"/>
            <a:chExt cx="2084995" cy="2455287"/>
          </a:xfrm>
        </p:grpSpPr>
        <p:sp>
          <p:nvSpPr>
            <p:cNvPr id="940" name="Google Shape;940;p54"/>
            <p:cNvSpPr/>
            <p:nvPr/>
          </p:nvSpPr>
          <p:spPr>
            <a:xfrm>
              <a:off x="8204574" y="583350"/>
              <a:ext cx="954570" cy="510996"/>
            </a:xfrm>
            <a:custGeom>
              <a:rect b="b" l="l" r="r" t="t"/>
              <a:pathLst>
                <a:path extrusionOk="0" h="10354" w="24506">
                  <a:moveTo>
                    <a:pt x="0" y="0"/>
                  </a:moveTo>
                  <a:lnTo>
                    <a:pt x="0" y="10354"/>
                  </a:lnTo>
                  <a:lnTo>
                    <a:pt x="24505" y="10354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54"/>
            <p:cNvSpPr/>
            <p:nvPr/>
          </p:nvSpPr>
          <p:spPr>
            <a:xfrm>
              <a:off x="8204574" y="1220780"/>
              <a:ext cx="954570" cy="511588"/>
            </a:xfrm>
            <a:custGeom>
              <a:rect b="b" l="l" r="r" t="t"/>
              <a:pathLst>
                <a:path extrusionOk="0" h="10366" w="24506">
                  <a:moveTo>
                    <a:pt x="0" y="0"/>
                  </a:moveTo>
                  <a:lnTo>
                    <a:pt x="0" y="10366"/>
                  </a:lnTo>
                  <a:lnTo>
                    <a:pt x="24505" y="10366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54"/>
            <p:cNvSpPr/>
            <p:nvPr/>
          </p:nvSpPr>
          <p:spPr>
            <a:xfrm>
              <a:off x="7959641" y="338975"/>
              <a:ext cx="2084995" cy="2455287"/>
            </a:xfrm>
            <a:custGeom>
              <a:rect b="b" l="l" r="r" t="t"/>
              <a:pathLst>
                <a:path extrusionOk="0" fill="none" h="49750" w="42247">
                  <a:moveTo>
                    <a:pt x="0" y="0"/>
                  </a:moveTo>
                  <a:lnTo>
                    <a:pt x="42246" y="0"/>
                  </a:lnTo>
                  <a:lnTo>
                    <a:pt x="42246" y="49749"/>
                  </a:lnTo>
                  <a:lnTo>
                    <a:pt x="0" y="49749"/>
                  </a:lnTo>
                  <a:close/>
                </a:path>
              </a:pathLst>
            </a:custGeom>
            <a:noFill/>
            <a:ln cap="flat" cmpd="sng" w="3750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54"/>
            <p:cNvSpPr/>
            <p:nvPr/>
          </p:nvSpPr>
          <p:spPr>
            <a:xfrm>
              <a:off x="8082082" y="462008"/>
              <a:ext cx="1840059" cy="2209758"/>
            </a:xfrm>
            <a:custGeom>
              <a:rect b="b" l="l" r="r" t="t"/>
              <a:pathLst>
                <a:path extrusionOk="0" fill="none" h="44775" w="37284">
                  <a:moveTo>
                    <a:pt x="1" y="1"/>
                  </a:moveTo>
                  <a:lnTo>
                    <a:pt x="37283" y="1"/>
                  </a:lnTo>
                  <a:lnTo>
                    <a:pt x="37283" y="44774"/>
                  </a:lnTo>
                  <a:lnTo>
                    <a:pt x="1" y="44774"/>
                  </a:lnTo>
                  <a:close/>
                </a:path>
              </a:pathLst>
            </a:custGeom>
            <a:noFill/>
            <a:ln cap="flat" cmpd="sng" w="3175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5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55"/>
          <p:cNvSpPr/>
          <p:nvPr/>
        </p:nvSpPr>
        <p:spPr>
          <a:xfrm flipH="1">
            <a:off x="6492540" y="335875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7" name="Google Shape;947;p55"/>
          <p:cNvGrpSpPr/>
          <p:nvPr/>
        </p:nvGrpSpPr>
        <p:grpSpPr>
          <a:xfrm>
            <a:off x="393118" y="3452752"/>
            <a:ext cx="873870" cy="1690744"/>
            <a:chOff x="8150130" y="3452752"/>
            <a:chExt cx="873870" cy="1690744"/>
          </a:xfrm>
        </p:grpSpPr>
        <p:sp>
          <p:nvSpPr>
            <p:cNvPr id="948" name="Google Shape;948;p55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55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55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55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55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55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55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55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55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55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8" name="Google Shape;958;p55"/>
          <p:cNvSpPr txBox="1"/>
          <p:nvPr>
            <p:ph idx="1" type="subTitle"/>
          </p:nvPr>
        </p:nvSpPr>
        <p:spPr>
          <a:xfrm>
            <a:off x="1200237" y="2195537"/>
            <a:ext cx="2018100" cy="1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9" name="Google Shape;959;p55"/>
          <p:cNvSpPr txBox="1"/>
          <p:nvPr>
            <p:ph idx="2" type="subTitle"/>
          </p:nvPr>
        </p:nvSpPr>
        <p:spPr>
          <a:xfrm>
            <a:off x="3562947" y="2195537"/>
            <a:ext cx="2018100" cy="1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55"/>
          <p:cNvSpPr txBox="1"/>
          <p:nvPr>
            <p:ph idx="3" type="subTitle"/>
          </p:nvPr>
        </p:nvSpPr>
        <p:spPr>
          <a:xfrm>
            <a:off x="5925663" y="2195537"/>
            <a:ext cx="2018100" cy="11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1" name="Google Shape;961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2" name="Google Shape;962;p55"/>
          <p:cNvSpPr txBox="1"/>
          <p:nvPr>
            <p:ph idx="4" type="subTitle"/>
          </p:nvPr>
        </p:nvSpPr>
        <p:spPr>
          <a:xfrm>
            <a:off x="1200237" y="1771663"/>
            <a:ext cx="2018100" cy="5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3" name="Google Shape;963;p55"/>
          <p:cNvSpPr txBox="1"/>
          <p:nvPr>
            <p:ph idx="5" type="subTitle"/>
          </p:nvPr>
        </p:nvSpPr>
        <p:spPr>
          <a:xfrm>
            <a:off x="3562947" y="1771663"/>
            <a:ext cx="2018100" cy="5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64" name="Google Shape;964;p55"/>
          <p:cNvSpPr txBox="1"/>
          <p:nvPr>
            <p:ph idx="6" type="subTitle"/>
          </p:nvPr>
        </p:nvSpPr>
        <p:spPr>
          <a:xfrm>
            <a:off x="5925663" y="1771663"/>
            <a:ext cx="2018100" cy="53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56"/>
          <p:cNvSpPr txBox="1"/>
          <p:nvPr>
            <p:ph idx="1" type="subTitle"/>
          </p:nvPr>
        </p:nvSpPr>
        <p:spPr>
          <a:xfrm>
            <a:off x="1116699" y="2323910"/>
            <a:ext cx="21087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7" name="Google Shape;967;p56"/>
          <p:cNvSpPr txBox="1"/>
          <p:nvPr>
            <p:ph idx="2" type="subTitle"/>
          </p:nvPr>
        </p:nvSpPr>
        <p:spPr>
          <a:xfrm>
            <a:off x="3411822" y="2323910"/>
            <a:ext cx="21087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8" name="Google Shape;968;p56"/>
          <p:cNvSpPr txBox="1"/>
          <p:nvPr>
            <p:ph idx="3" type="subTitle"/>
          </p:nvPr>
        </p:nvSpPr>
        <p:spPr>
          <a:xfrm>
            <a:off x="5706951" y="2323910"/>
            <a:ext cx="2108700" cy="107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9" name="Google Shape;969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0" name="Google Shape;970;p56"/>
          <p:cNvSpPr txBox="1"/>
          <p:nvPr>
            <p:ph idx="4" type="subTitle"/>
          </p:nvPr>
        </p:nvSpPr>
        <p:spPr>
          <a:xfrm>
            <a:off x="1116699" y="1938150"/>
            <a:ext cx="2108700" cy="48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1" name="Google Shape;971;p56"/>
          <p:cNvSpPr txBox="1"/>
          <p:nvPr>
            <p:ph idx="5" type="subTitle"/>
          </p:nvPr>
        </p:nvSpPr>
        <p:spPr>
          <a:xfrm>
            <a:off x="3411822" y="1938150"/>
            <a:ext cx="2108700" cy="48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2" name="Google Shape;972;p56"/>
          <p:cNvSpPr txBox="1"/>
          <p:nvPr>
            <p:ph idx="6" type="subTitle"/>
          </p:nvPr>
        </p:nvSpPr>
        <p:spPr>
          <a:xfrm>
            <a:off x="5706951" y="1938150"/>
            <a:ext cx="2108700" cy="48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73" name="Google Shape;973;p56"/>
          <p:cNvSpPr/>
          <p:nvPr/>
        </p:nvSpPr>
        <p:spPr>
          <a:xfrm flipH="1">
            <a:off x="6146098" y="2784148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56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5" name="Google Shape;975;p56"/>
          <p:cNvGrpSpPr/>
          <p:nvPr/>
        </p:nvGrpSpPr>
        <p:grpSpPr>
          <a:xfrm>
            <a:off x="242843" y="3452752"/>
            <a:ext cx="873870" cy="1690744"/>
            <a:chOff x="8150130" y="3452752"/>
            <a:chExt cx="873870" cy="1690744"/>
          </a:xfrm>
        </p:grpSpPr>
        <p:sp>
          <p:nvSpPr>
            <p:cNvPr id="976" name="Google Shape;976;p56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56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56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56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56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56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56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56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56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56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986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8" name="Google Shape;988;p57"/>
          <p:cNvSpPr txBox="1"/>
          <p:nvPr>
            <p:ph idx="1" type="subTitle"/>
          </p:nvPr>
        </p:nvSpPr>
        <p:spPr>
          <a:xfrm>
            <a:off x="1370548" y="191671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9" name="Google Shape;989;p57"/>
          <p:cNvSpPr txBox="1"/>
          <p:nvPr>
            <p:ph idx="2" type="subTitle"/>
          </p:nvPr>
        </p:nvSpPr>
        <p:spPr>
          <a:xfrm>
            <a:off x="4135377" y="191671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0" name="Google Shape;990;p57"/>
          <p:cNvSpPr txBox="1"/>
          <p:nvPr>
            <p:ph idx="3" type="subTitle"/>
          </p:nvPr>
        </p:nvSpPr>
        <p:spPr>
          <a:xfrm>
            <a:off x="1370548" y="335011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1" name="Google Shape;991;p57"/>
          <p:cNvSpPr txBox="1"/>
          <p:nvPr>
            <p:ph idx="4" type="subTitle"/>
          </p:nvPr>
        </p:nvSpPr>
        <p:spPr>
          <a:xfrm>
            <a:off x="4135377" y="3350117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2" name="Google Shape;992;p57"/>
          <p:cNvSpPr txBox="1"/>
          <p:nvPr>
            <p:ph idx="5" type="subTitle"/>
          </p:nvPr>
        </p:nvSpPr>
        <p:spPr>
          <a:xfrm>
            <a:off x="1370548" y="16107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3" name="Google Shape;993;p57"/>
          <p:cNvSpPr txBox="1"/>
          <p:nvPr>
            <p:ph idx="6" type="subTitle"/>
          </p:nvPr>
        </p:nvSpPr>
        <p:spPr>
          <a:xfrm>
            <a:off x="4135375" y="161077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4" name="Google Shape;994;p57"/>
          <p:cNvSpPr txBox="1"/>
          <p:nvPr>
            <p:ph idx="7" type="subTitle"/>
          </p:nvPr>
        </p:nvSpPr>
        <p:spPr>
          <a:xfrm>
            <a:off x="1370548" y="30442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5" name="Google Shape;995;p57"/>
          <p:cNvSpPr txBox="1"/>
          <p:nvPr>
            <p:ph idx="8" type="subTitle"/>
          </p:nvPr>
        </p:nvSpPr>
        <p:spPr>
          <a:xfrm>
            <a:off x="4135375" y="3044225"/>
            <a:ext cx="1978200" cy="4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96" name="Google Shape;996;p57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7" name="Google Shape;997;p57"/>
          <p:cNvGrpSpPr/>
          <p:nvPr/>
        </p:nvGrpSpPr>
        <p:grpSpPr>
          <a:xfrm>
            <a:off x="8063920" y="3390697"/>
            <a:ext cx="815217" cy="1752808"/>
            <a:chOff x="5237920" y="2828534"/>
            <a:chExt cx="815217" cy="1752808"/>
          </a:xfrm>
        </p:grpSpPr>
        <p:sp>
          <p:nvSpPr>
            <p:cNvPr id="998" name="Google Shape;998;p57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57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57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57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57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57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57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57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57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57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57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57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57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57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57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57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57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57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57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57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57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57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57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1" name="Google Shape;1021;p57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24" name="Google Shape;1024;p58"/>
          <p:cNvSpPr txBox="1"/>
          <p:nvPr>
            <p:ph idx="1" type="subTitle"/>
          </p:nvPr>
        </p:nvSpPr>
        <p:spPr>
          <a:xfrm>
            <a:off x="720000" y="2040778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5" name="Google Shape;1025;p58"/>
          <p:cNvSpPr txBox="1"/>
          <p:nvPr>
            <p:ph idx="2" type="subTitle"/>
          </p:nvPr>
        </p:nvSpPr>
        <p:spPr>
          <a:xfrm>
            <a:off x="3277309" y="2040778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6" name="Google Shape;1026;p58"/>
          <p:cNvSpPr txBox="1"/>
          <p:nvPr>
            <p:ph idx="3" type="subTitle"/>
          </p:nvPr>
        </p:nvSpPr>
        <p:spPr>
          <a:xfrm>
            <a:off x="720000" y="3345050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7" name="Google Shape;1027;p58"/>
          <p:cNvSpPr txBox="1"/>
          <p:nvPr>
            <p:ph idx="4" type="subTitle"/>
          </p:nvPr>
        </p:nvSpPr>
        <p:spPr>
          <a:xfrm>
            <a:off x="3277309" y="3345050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8" name="Google Shape;1028;p58"/>
          <p:cNvSpPr txBox="1"/>
          <p:nvPr>
            <p:ph idx="5" type="subTitle"/>
          </p:nvPr>
        </p:nvSpPr>
        <p:spPr>
          <a:xfrm>
            <a:off x="5834624" y="2040778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9" name="Google Shape;1029;p58"/>
          <p:cNvSpPr txBox="1"/>
          <p:nvPr>
            <p:ph idx="6" type="subTitle"/>
          </p:nvPr>
        </p:nvSpPr>
        <p:spPr>
          <a:xfrm>
            <a:off x="5834624" y="3345050"/>
            <a:ext cx="2049900" cy="6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0" name="Google Shape;1030;p58"/>
          <p:cNvSpPr txBox="1"/>
          <p:nvPr>
            <p:ph idx="7" type="subTitle"/>
          </p:nvPr>
        </p:nvSpPr>
        <p:spPr>
          <a:xfrm>
            <a:off x="720000" y="1832050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1" name="Google Shape;1031;p58"/>
          <p:cNvSpPr txBox="1"/>
          <p:nvPr>
            <p:ph idx="8" type="subTitle"/>
          </p:nvPr>
        </p:nvSpPr>
        <p:spPr>
          <a:xfrm>
            <a:off x="3277309" y="1832050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2" name="Google Shape;1032;p58"/>
          <p:cNvSpPr txBox="1"/>
          <p:nvPr>
            <p:ph idx="9" type="subTitle"/>
          </p:nvPr>
        </p:nvSpPr>
        <p:spPr>
          <a:xfrm>
            <a:off x="720000" y="3136348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3" name="Google Shape;1033;p58"/>
          <p:cNvSpPr txBox="1"/>
          <p:nvPr>
            <p:ph idx="13" type="subTitle"/>
          </p:nvPr>
        </p:nvSpPr>
        <p:spPr>
          <a:xfrm>
            <a:off x="3277309" y="3136348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4" name="Google Shape;1034;p58"/>
          <p:cNvSpPr txBox="1"/>
          <p:nvPr>
            <p:ph idx="14" type="subTitle"/>
          </p:nvPr>
        </p:nvSpPr>
        <p:spPr>
          <a:xfrm>
            <a:off x="5834624" y="1832050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5" name="Google Shape;1035;p58"/>
          <p:cNvSpPr txBox="1"/>
          <p:nvPr>
            <p:ph idx="15" type="subTitle"/>
          </p:nvPr>
        </p:nvSpPr>
        <p:spPr>
          <a:xfrm>
            <a:off x="5834624" y="3136348"/>
            <a:ext cx="2049900" cy="35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000">
                <a:latin typeface="Kodchasan"/>
                <a:ea typeface="Kodchasan"/>
                <a:cs typeface="Kodchasan"/>
                <a:sym typeface="Kodchasan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036" name="Google Shape;1036;p58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37" name="Google Shape;1037;p58"/>
          <p:cNvGrpSpPr/>
          <p:nvPr/>
        </p:nvGrpSpPr>
        <p:grpSpPr>
          <a:xfrm>
            <a:off x="8023170" y="3390697"/>
            <a:ext cx="815217" cy="1752808"/>
            <a:chOff x="5237920" y="2828534"/>
            <a:chExt cx="815217" cy="1752808"/>
          </a:xfrm>
        </p:grpSpPr>
        <p:sp>
          <p:nvSpPr>
            <p:cNvPr id="1038" name="Google Shape;1038;p58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58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58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58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58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58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58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58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58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58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58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58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58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58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58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58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58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58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58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58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58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58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58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1" name="Google Shape;1061;p58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59"/>
          <p:cNvSpPr txBox="1"/>
          <p:nvPr>
            <p:ph hasCustomPrompt="1" type="title"/>
          </p:nvPr>
        </p:nvSpPr>
        <p:spPr>
          <a:xfrm>
            <a:off x="3523100" y="722950"/>
            <a:ext cx="4231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4" name="Google Shape;1064;p59"/>
          <p:cNvSpPr txBox="1"/>
          <p:nvPr>
            <p:ph idx="1" type="subTitle"/>
          </p:nvPr>
        </p:nvSpPr>
        <p:spPr>
          <a:xfrm>
            <a:off x="3523100" y="1340274"/>
            <a:ext cx="4231500" cy="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5" name="Google Shape;1065;p59"/>
          <p:cNvSpPr txBox="1"/>
          <p:nvPr>
            <p:ph hasCustomPrompt="1" idx="2" type="title"/>
          </p:nvPr>
        </p:nvSpPr>
        <p:spPr>
          <a:xfrm>
            <a:off x="3523100" y="2020651"/>
            <a:ext cx="4231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6" name="Google Shape;1066;p59"/>
          <p:cNvSpPr txBox="1"/>
          <p:nvPr>
            <p:ph idx="3" type="subTitle"/>
          </p:nvPr>
        </p:nvSpPr>
        <p:spPr>
          <a:xfrm>
            <a:off x="3523100" y="2638972"/>
            <a:ext cx="4231500" cy="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7" name="Google Shape;1067;p59"/>
          <p:cNvSpPr txBox="1"/>
          <p:nvPr>
            <p:ph hasCustomPrompt="1" idx="4" type="title"/>
          </p:nvPr>
        </p:nvSpPr>
        <p:spPr>
          <a:xfrm>
            <a:off x="3523100" y="3318352"/>
            <a:ext cx="4231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8" name="Google Shape;1068;p59"/>
          <p:cNvSpPr txBox="1"/>
          <p:nvPr>
            <p:ph idx="5" type="subTitle"/>
          </p:nvPr>
        </p:nvSpPr>
        <p:spPr>
          <a:xfrm>
            <a:off x="3523100" y="3937651"/>
            <a:ext cx="4231500" cy="4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9" name="Google Shape;1069;p59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70" name="Google Shape;1070;p59"/>
          <p:cNvGrpSpPr/>
          <p:nvPr/>
        </p:nvGrpSpPr>
        <p:grpSpPr>
          <a:xfrm>
            <a:off x="8023170" y="3390697"/>
            <a:ext cx="815217" cy="1752808"/>
            <a:chOff x="5237920" y="2828534"/>
            <a:chExt cx="815217" cy="1752808"/>
          </a:xfrm>
        </p:grpSpPr>
        <p:sp>
          <p:nvSpPr>
            <p:cNvPr id="1071" name="Google Shape;1071;p59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59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59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59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59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59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59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59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59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59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59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59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59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59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59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59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59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59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59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59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59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59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59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4" name="Google Shape;1094;p59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5" name="Google Shape;1095;p59"/>
          <p:cNvGrpSpPr/>
          <p:nvPr/>
        </p:nvGrpSpPr>
        <p:grpSpPr>
          <a:xfrm>
            <a:off x="220368" y="3452752"/>
            <a:ext cx="873870" cy="1690744"/>
            <a:chOff x="8150130" y="3452752"/>
            <a:chExt cx="873870" cy="1690744"/>
          </a:xfrm>
        </p:grpSpPr>
        <p:sp>
          <p:nvSpPr>
            <p:cNvPr id="1096" name="Google Shape;1096;p59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59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59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59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59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59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59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59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59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59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2"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60"/>
          <p:cNvSpPr/>
          <p:nvPr/>
        </p:nvSpPr>
        <p:spPr>
          <a:xfrm>
            <a:off x="-1391550" y="2784148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60"/>
          <p:cNvSpPr/>
          <p:nvPr/>
        </p:nvSpPr>
        <p:spPr>
          <a:xfrm flipH="1">
            <a:off x="28649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60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0" name="Google Shape;1110;p60"/>
          <p:cNvSpPr txBox="1"/>
          <p:nvPr>
            <p:ph idx="1" type="body"/>
          </p:nvPr>
        </p:nvSpPr>
        <p:spPr>
          <a:xfrm>
            <a:off x="720000" y="1114975"/>
            <a:ext cx="7704000" cy="18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_1"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61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3" name="Google Shape;1113;p61"/>
          <p:cNvSpPr txBox="1"/>
          <p:nvPr>
            <p:ph idx="1" type="body"/>
          </p:nvPr>
        </p:nvSpPr>
        <p:spPr>
          <a:xfrm>
            <a:off x="720000" y="1204525"/>
            <a:ext cx="7704000" cy="29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14" name="Google Shape;1114;p61"/>
          <p:cNvSpPr/>
          <p:nvPr/>
        </p:nvSpPr>
        <p:spPr>
          <a:xfrm flipH="1">
            <a:off x="7206365" y="841863"/>
            <a:ext cx="1136375" cy="402306"/>
          </a:xfrm>
          <a:custGeom>
            <a:rect b="b" l="l" r="r" t="t"/>
            <a:pathLst>
              <a:path extrusionOk="0" h="7014" w="19813">
                <a:moveTo>
                  <a:pt x="10340" y="1"/>
                </a:moveTo>
                <a:cubicBezTo>
                  <a:pt x="7256" y="1"/>
                  <a:pt x="6597" y="3001"/>
                  <a:pt x="6597" y="3001"/>
                </a:cubicBezTo>
                <a:cubicBezTo>
                  <a:pt x="6597" y="3001"/>
                  <a:pt x="5855" y="2104"/>
                  <a:pt x="4768" y="2104"/>
                </a:cubicBezTo>
                <a:cubicBezTo>
                  <a:pt x="4353" y="2104"/>
                  <a:pt x="3888" y="2234"/>
                  <a:pt x="3394" y="2596"/>
                </a:cubicBezTo>
                <a:cubicBezTo>
                  <a:pt x="2299" y="3418"/>
                  <a:pt x="2406" y="4763"/>
                  <a:pt x="2406" y="4763"/>
                </a:cubicBezTo>
                <a:cubicBezTo>
                  <a:pt x="2406" y="4763"/>
                  <a:pt x="2361" y="4761"/>
                  <a:pt x="2285" y="4761"/>
                </a:cubicBezTo>
                <a:cubicBezTo>
                  <a:pt x="1889" y="4761"/>
                  <a:pt x="636" y="4828"/>
                  <a:pt x="287" y="5656"/>
                </a:cubicBezTo>
                <a:cubicBezTo>
                  <a:pt x="1" y="6299"/>
                  <a:pt x="525" y="7014"/>
                  <a:pt x="1227" y="7014"/>
                </a:cubicBezTo>
                <a:lnTo>
                  <a:pt x="17670" y="7014"/>
                </a:lnTo>
                <a:cubicBezTo>
                  <a:pt x="18182" y="7014"/>
                  <a:pt x="18670" y="6871"/>
                  <a:pt x="19075" y="6549"/>
                </a:cubicBezTo>
                <a:cubicBezTo>
                  <a:pt x="19491" y="6216"/>
                  <a:pt x="19813" y="5644"/>
                  <a:pt x="19468" y="4787"/>
                </a:cubicBezTo>
                <a:cubicBezTo>
                  <a:pt x="19096" y="3830"/>
                  <a:pt x="18442" y="3571"/>
                  <a:pt x="17845" y="3571"/>
                </a:cubicBezTo>
                <a:cubicBezTo>
                  <a:pt x="17141" y="3571"/>
                  <a:pt x="16515" y="3930"/>
                  <a:pt x="16515" y="3930"/>
                </a:cubicBezTo>
                <a:cubicBezTo>
                  <a:pt x="16515" y="3930"/>
                  <a:pt x="16185" y="2712"/>
                  <a:pt x="15064" y="2712"/>
                </a:cubicBezTo>
                <a:cubicBezTo>
                  <a:pt x="14757" y="2712"/>
                  <a:pt x="14390" y="2804"/>
                  <a:pt x="13955" y="3037"/>
                </a:cubicBezTo>
                <a:cubicBezTo>
                  <a:pt x="13955" y="3037"/>
                  <a:pt x="13514" y="49"/>
                  <a:pt x="10395" y="1"/>
                </a:cubicBezTo>
                <a:cubicBezTo>
                  <a:pt x="10377" y="1"/>
                  <a:pt x="10358" y="1"/>
                  <a:pt x="103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62"/>
          <p:cNvSpPr/>
          <p:nvPr/>
        </p:nvSpPr>
        <p:spPr>
          <a:xfrm rot="10800000">
            <a:off x="4725848" y="-18202"/>
            <a:ext cx="4432802" cy="272915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62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8" name="Google Shape;1118;p62"/>
          <p:cNvGrpSpPr/>
          <p:nvPr/>
        </p:nvGrpSpPr>
        <p:grpSpPr>
          <a:xfrm>
            <a:off x="8150130" y="3452752"/>
            <a:ext cx="873870" cy="1690744"/>
            <a:chOff x="8150130" y="3452752"/>
            <a:chExt cx="873870" cy="1690744"/>
          </a:xfrm>
        </p:grpSpPr>
        <p:sp>
          <p:nvSpPr>
            <p:cNvPr id="1119" name="Google Shape;1119;p62"/>
            <p:cNvSpPr/>
            <p:nvPr/>
          </p:nvSpPr>
          <p:spPr>
            <a:xfrm>
              <a:off x="8757348" y="3838975"/>
              <a:ext cx="266652" cy="451871"/>
            </a:xfrm>
            <a:custGeom>
              <a:rect b="b" l="l" r="r" t="t"/>
              <a:pathLst>
                <a:path extrusionOk="0" h="9156" w="5403">
                  <a:moveTo>
                    <a:pt x="4433" y="0"/>
                  </a:moveTo>
                  <a:cubicBezTo>
                    <a:pt x="4133" y="1131"/>
                    <a:pt x="3371" y="2078"/>
                    <a:pt x="2598" y="2955"/>
                  </a:cubicBezTo>
                  <a:cubicBezTo>
                    <a:pt x="1825" y="3832"/>
                    <a:pt x="1005" y="4698"/>
                    <a:pt x="509" y="5748"/>
                  </a:cubicBezTo>
                  <a:cubicBezTo>
                    <a:pt x="174" y="6464"/>
                    <a:pt x="1" y="7284"/>
                    <a:pt x="139" y="8057"/>
                  </a:cubicBezTo>
                  <a:cubicBezTo>
                    <a:pt x="209" y="8507"/>
                    <a:pt x="393" y="9119"/>
                    <a:pt x="936" y="9153"/>
                  </a:cubicBezTo>
                  <a:cubicBezTo>
                    <a:pt x="953" y="9155"/>
                    <a:pt x="969" y="9155"/>
                    <a:pt x="986" y="9155"/>
                  </a:cubicBezTo>
                  <a:cubicBezTo>
                    <a:pt x="1496" y="9155"/>
                    <a:pt x="2114" y="8659"/>
                    <a:pt x="2494" y="8369"/>
                  </a:cubicBezTo>
                  <a:cubicBezTo>
                    <a:pt x="3464" y="7641"/>
                    <a:pt x="4237" y="6660"/>
                    <a:pt x="4699" y="5529"/>
                  </a:cubicBezTo>
                  <a:cubicBezTo>
                    <a:pt x="5403" y="3763"/>
                    <a:pt x="5311" y="1697"/>
                    <a:pt x="443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2"/>
            <p:cNvSpPr/>
            <p:nvPr/>
          </p:nvSpPr>
          <p:spPr>
            <a:xfrm>
              <a:off x="8696400" y="4109322"/>
              <a:ext cx="186355" cy="365406"/>
            </a:xfrm>
            <a:custGeom>
              <a:rect b="b" l="l" r="r" t="t"/>
              <a:pathLst>
                <a:path extrusionOk="0" h="7404" w="3776">
                  <a:moveTo>
                    <a:pt x="3637" y="0"/>
                  </a:moveTo>
                  <a:cubicBezTo>
                    <a:pt x="3596" y="0"/>
                    <a:pt x="3556" y="23"/>
                    <a:pt x="3533" y="63"/>
                  </a:cubicBezTo>
                  <a:cubicBezTo>
                    <a:pt x="2113" y="2313"/>
                    <a:pt x="936" y="4737"/>
                    <a:pt x="24" y="7242"/>
                  </a:cubicBezTo>
                  <a:cubicBezTo>
                    <a:pt x="1" y="7300"/>
                    <a:pt x="24" y="7369"/>
                    <a:pt x="93" y="7392"/>
                  </a:cubicBezTo>
                  <a:cubicBezTo>
                    <a:pt x="105" y="7404"/>
                    <a:pt x="116" y="7404"/>
                    <a:pt x="128" y="7404"/>
                  </a:cubicBezTo>
                  <a:cubicBezTo>
                    <a:pt x="186" y="7404"/>
                    <a:pt x="232" y="7369"/>
                    <a:pt x="243" y="7323"/>
                  </a:cubicBezTo>
                  <a:cubicBezTo>
                    <a:pt x="1155" y="4830"/>
                    <a:pt x="2333" y="2429"/>
                    <a:pt x="3741" y="190"/>
                  </a:cubicBezTo>
                  <a:cubicBezTo>
                    <a:pt x="3775" y="132"/>
                    <a:pt x="3752" y="51"/>
                    <a:pt x="3695" y="16"/>
                  </a:cubicBezTo>
                  <a:cubicBezTo>
                    <a:pt x="3676" y="5"/>
                    <a:pt x="3656" y="0"/>
                    <a:pt x="363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2"/>
            <p:cNvSpPr/>
            <p:nvPr/>
          </p:nvSpPr>
          <p:spPr>
            <a:xfrm>
              <a:off x="8601300" y="3452752"/>
              <a:ext cx="298533" cy="759190"/>
            </a:xfrm>
            <a:custGeom>
              <a:rect b="b" l="l" r="r" t="t"/>
              <a:pathLst>
                <a:path extrusionOk="0" h="15383" w="6049">
                  <a:moveTo>
                    <a:pt x="4329" y="0"/>
                  </a:moveTo>
                  <a:lnTo>
                    <a:pt x="4329" y="0"/>
                  </a:lnTo>
                  <a:cubicBezTo>
                    <a:pt x="3925" y="1755"/>
                    <a:pt x="3348" y="3475"/>
                    <a:pt x="2574" y="5102"/>
                  </a:cubicBezTo>
                  <a:cubicBezTo>
                    <a:pt x="2055" y="6222"/>
                    <a:pt x="1455" y="7295"/>
                    <a:pt x="958" y="8426"/>
                  </a:cubicBezTo>
                  <a:cubicBezTo>
                    <a:pt x="474" y="9558"/>
                    <a:pt x="93" y="10746"/>
                    <a:pt x="35" y="11981"/>
                  </a:cubicBezTo>
                  <a:cubicBezTo>
                    <a:pt x="0" y="13043"/>
                    <a:pt x="208" y="14278"/>
                    <a:pt x="866" y="15156"/>
                  </a:cubicBezTo>
                  <a:cubicBezTo>
                    <a:pt x="984" y="15315"/>
                    <a:pt x="1119" y="15382"/>
                    <a:pt x="1263" y="15382"/>
                  </a:cubicBezTo>
                  <a:cubicBezTo>
                    <a:pt x="1877" y="15382"/>
                    <a:pt x="2649" y="14159"/>
                    <a:pt x="2921" y="13748"/>
                  </a:cubicBezTo>
                  <a:cubicBezTo>
                    <a:pt x="5518" y="9731"/>
                    <a:pt x="6049" y="4456"/>
                    <a:pt x="43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2"/>
            <p:cNvSpPr/>
            <p:nvPr/>
          </p:nvSpPr>
          <p:spPr>
            <a:xfrm>
              <a:off x="8593897" y="3863009"/>
              <a:ext cx="170365" cy="617992"/>
            </a:xfrm>
            <a:custGeom>
              <a:rect b="b" l="l" r="r" t="t"/>
              <a:pathLst>
                <a:path extrusionOk="0" h="12522" w="3452">
                  <a:moveTo>
                    <a:pt x="3308" y="1"/>
                  </a:moveTo>
                  <a:cubicBezTo>
                    <a:pt x="3258" y="1"/>
                    <a:pt x="3215" y="27"/>
                    <a:pt x="3198" y="79"/>
                  </a:cubicBezTo>
                  <a:cubicBezTo>
                    <a:pt x="1674" y="4038"/>
                    <a:pt x="600" y="8182"/>
                    <a:pt x="0" y="12383"/>
                  </a:cubicBezTo>
                  <a:cubicBezTo>
                    <a:pt x="0" y="12452"/>
                    <a:pt x="46" y="12510"/>
                    <a:pt x="104" y="12522"/>
                  </a:cubicBezTo>
                  <a:lnTo>
                    <a:pt x="127" y="12522"/>
                  </a:lnTo>
                  <a:cubicBezTo>
                    <a:pt x="185" y="12522"/>
                    <a:pt x="231" y="12475"/>
                    <a:pt x="243" y="12418"/>
                  </a:cubicBezTo>
                  <a:cubicBezTo>
                    <a:pt x="831" y="8228"/>
                    <a:pt x="1905" y="4107"/>
                    <a:pt x="3428" y="160"/>
                  </a:cubicBezTo>
                  <a:cubicBezTo>
                    <a:pt x="3451" y="102"/>
                    <a:pt x="3417" y="33"/>
                    <a:pt x="3359" y="9"/>
                  </a:cubicBezTo>
                  <a:cubicBezTo>
                    <a:pt x="3342" y="4"/>
                    <a:pt x="3324" y="1"/>
                    <a:pt x="33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2"/>
            <p:cNvSpPr/>
            <p:nvPr/>
          </p:nvSpPr>
          <p:spPr>
            <a:xfrm>
              <a:off x="8366585" y="3472690"/>
              <a:ext cx="219372" cy="820140"/>
            </a:xfrm>
            <a:custGeom>
              <a:rect b="b" l="l" r="r" t="t"/>
              <a:pathLst>
                <a:path extrusionOk="0" h="16618" w="4445">
                  <a:moveTo>
                    <a:pt x="1594" y="0"/>
                  </a:moveTo>
                  <a:cubicBezTo>
                    <a:pt x="1836" y="1963"/>
                    <a:pt x="1397" y="3936"/>
                    <a:pt x="947" y="5864"/>
                  </a:cubicBezTo>
                  <a:cubicBezTo>
                    <a:pt x="485" y="7792"/>
                    <a:pt x="1" y="9754"/>
                    <a:pt x="162" y="11739"/>
                  </a:cubicBezTo>
                  <a:cubicBezTo>
                    <a:pt x="232" y="12639"/>
                    <a:pt x="462" y="13540"/>
                    <a:pt x="855" y="14371"/>
                  </a:cubicBezTo>
                  <a:cubicBezTo>
                    <a:pt x="1190" y="15086"/>
                    <a:pt x="1674" y="15744"/>
                    <a:pt x="2286" y="16252"/>
                  </a:cubicBezTo>
                  <a:cubicBezTo>
                    <a:pt x="2472" y="16404"/>
                    <a:pt x="2701" y="16618"/>
                    <a:pt x="2928" y="16618"/>
                  </a:cubicBezTo>
                  <a:cubicBezTo>
                    <a:pt x="3011" y="16618"/>
                    <a:pt x="3094" y="16589"/>
                    <a:pt x="3175" y="16518"/>
                  </a:cubicBezTo>
                  <a:cubicBezTo>
                    <a:pt x="3440" y="16264"/>
                    <a:pt x="3602" y="15629"/>
                    <a:pt x="3729" y="15283"/>
                  </a:cubicBezTo>
                  <a:cubicBezTo>
                    <a:pt x="4341" y="13574"/>
                    <a:pt x="4445" y="11716"/>
                    <a:pt x="4341" y="9915"/>
                  </a:cubicBezTo>
                  <a:cubicBezTo>
                    <a:pt x="4145" y="6464"/>
                    <a:pt x="3198" y="3059"/>
                    <a:pt x="15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2"/>
            <p:cNvSpPr/>
            <p:nvPr/>
          </p:nvSpPr>
          <p:spPr>
            <a:xfrm>
              <a:off x="8475947" y="3878259"/>
              <a:ext cx="38791" cy="584531"/>
            </a:xfrm>
            <a:custGeom>
              <a:rect b="b" l="l" r="r" t="t"/>
              <a:pathLst>
                <a:path extrusionOk="0" h="11844" w="786">
                  <a:moveTo>
                    <a:pt x="116" y="1"/>
                  </a:moveTo>
                  <a:cubicBezTo>
                    <a:pt x="47" y="12"/>
                    <a:pt x="1" y="70"/>
                    <a:pt x="1" y="139"/>
                  </a:cubicBezTo>
                  <a:cubicBezTo>
                    <a:pt x="382" y="3971"/>
                    <a:pt x="555" y="7861"/>
                    <a:pt x="497" y="11716"/>
                  </a:cubicBezTo>
                  <a:cubicBezTo>
                    <a:pt x="497" y="11786"/>
                    <a:pt x="555" y="11832"/>
                    <a:pt x="613" y="11843"/>
                  </a:cubicBezTo>
                  <a:cubicBezTo>
                    <a:pt x="682" y="11843"/>
                    <a:pt x="740" y="11786"/>
                    <a:pt x="740" y="11716"/>
                  </a:cubicBezTo>
                  <a:cubicBezTo>
                    <a:pt x="786" y="7861"/>
                    <a:pt x="624" y="3960"/>
                    <a:pt x="243" y="116"/>
                  </a:cubicBezTo>
                  <a:cubicBezTo>
                    <a:pt x="243" y="47"/>
                    <a:pt x="186" y="1"/>
                    <a:pt x="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2"/>
            <p:cNvSpPr/>
            <p:nvPr/>
          </p:nvSpPr>
          <p:spPr>
            <a:xfrm>
              <a:off x="8150130" y="3821850"/>
              <a:ext cx="221099" cy="513809"/>
            </a:xfrm>
            <a:custGeom>
              <a:rect b="b" l="l" r="r" t="t"/>
              <a:pathLst>
                <a:path extrusionOk="0" h="10411" w="4480">
                  <a:moveTo>
                    <a:pt x="739" y="1"/>
                  </a:moveTo>
                  <a:lnTo>
                    <a:pt x="739" y="1"/>
                  </a:lnTo>
                  <a:cubicBezTo>
                    <a:pt x="0" y="2529"/>
                    <a:pt x="139" y="5299"/>
                    <a:pt x="1143" y="7723"/>
                  </a:cubicBezTo>
                  <a:cubicBezTo>
                    <a:pt x="1386" y="8335"/>
                    <a:pt x="1697" y="8923"/>
                    <a:pt x="2124" y="9431"/>
                  </a:cubicBezTo>
                  <a:cubicBezTo>
                    <a:pt x="2424" y="9789"/>
                    <a:pt x="2805" y="10124"/>
                    <a:pt x="3232" y="10332"/>
                  </a:cubicBezTo>
                  <a:cubicBezTo>
                    <a:pt x="3352" y="10386"/>
                    <a:pt x="3451" y="10411"/>
                    <a:pt x="3534" y="10411"/>
                  </a:cubicBezTo>
                  <a:cubicBezTo>
                    <a:pt x="3819" y="10411"/>
                    <a:pt x="3921" y="10121"/>
                    <a:pt x="4063" y="9754"/>
                  </a:cubicBezTo>
                  <a:cubicBezTo>
                    <a:pt x="4421" y="8843"/>
                    <a:pt x="4479" y="7815"/>
                    <a:pt x="4329" y="6846"/>
                  </a:cubicBezTo>
                  <a:cubicBezTo>
                    <a:pt x="4110" y="5564"/>
                    <a:pt x="3544" y="4376"/>
                    <a:pt x="2875" y="3256"/>
                  </a:cubicBezTo>
                  <a:cubicBezTo>
                    <a:pt x="2205" y="2148"/>
                    <a:pt x="1420" y="1109"/>
                    <a:pt x="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2"/>
            <p:cNvSpPr/>
            <p:nvPr/>
          </p:nvSpPr>
          <p:spPr>
            <a:xfrm>
              <a:off x="8215619" y="4010619"/>
              <a:ext cx="155608" cy="474919"/>
            </a:xfrm>
            <a:custGeom>
              <a:rect b="b" l="l" r="r" t="t"/>
              <a:pathLst>
                <a:path extrusionOk="0" h="9623" w="3153">
                  <a:moveTo>
                    <a:pt x="131" y="1"/>
                  </a:moveTo>
                  <a:cubicBezTo>
                    <a:pt x="118" y="1"/>
                    <a:pt x="106" y="3"/>
                    <a:pt x="93" y="8"/>
                  </a:cubicBezTo>
                  <a:cubicBezTo>
                    <a:pt x="36" y="43"/>
                    <a:pt x="1" y="112"/>
                    <a:pt x="24" y="170"/>
                  </a:cubicBezTo>
                  <a:cubicBezTo>
                    <a:pt x="1259" y="3194"/>
                    <a:pt x="2229" y="6333"/>
                    <a:pt x="2898" y="9531"/>
                  </a:cubicBezTo>
                  <a:cubicBezTo>
                    <a:pt x="2910" y="9588"/>
                    <a:pt x="2956" y="9623"/>
                    <a:pt x="3014" y="9623"/>
                  </a:cubicBezTo>
                  <a:lnTo>
                    <a:pt x="3048" y="9623"/>
                  </a:lnTo>
                  <a:cubicBezTo>
                    <a:pt x="3106" y="9611"/>
                    <a:pt x="3152" y="9542"/>
                    <a:pt x="3140" y="9484"/>
                  </a:cubicBezTo>
                  <a:cubicBezTo>
                    <a:pt x="2459" y="6276"/>
                    <a:pt x="1490" y="3113"/>
                    <a:pt x="255" y="77"/>
                  </a:cubicBezTo>
                  <a:cubicBezTo>
                    <a:pt x="228" y="32"/>
                    <a:pt x="179" y="1"/>
                    <a:pt x="1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2"/>
            <p:cNvSpPr/>
            <p:nvPr/>
          </p:nvSpPr>
          <p:spPr>
            <a:xfrm>
              <a:off x="8231017" y="4425120"/>
              <a:ext cx="625543" cy="718375"/>
            </a:xfrm>
            <a:custGeom>
              <a:rect b="b" l="l" r="r" t="t"/>
              <a:pathLst>
                <a:path extrusionOk="0" h="14556" w="12675">
                  <a:moveTo>
                    <a:pt x="1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2"/>
            <p:cNvSpPr/>
            <p:nvPr/>
          </p:nvSpPr>
          <p:spPr>
            <a:xfrm>
              <a:off x="8498205" y="4569818"/>
              <a:ext cx="335548" cy="101419"/>
            </a:xfrm>
            <a:custGeom>
              <a:rect b="b" l="l" r="r" t="t"/>
              <a:pathLst>
                <a:path extrusionOk="0" h="2055" w="6799">
                  <a:moveTo>
                    <a:pt x="0" y="0"/>
                  </a:moveTo>
                  <a:lnTo>
                    <a:pt x="6441" y="2055"/>
                  </a:lnTo>
                  <a:lnTo>
                    <a:pt x="67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9" name="Google Shape;1129;p62"/>
          <p:cNvSpPr txBox="1"/>
          <p:nvPr>
            <p:ph type="title"/>
          </p:nvPr>
        </p:nvSpPr>
        <p:spPr>
          <a:xfrm>
            <a:off x="757400" y="540000"/>
            <a:ext cx="49458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7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0" name="Google Shape;1130;p62"/>
          <p:cNvSpPr txBox="1"/>
          <p:nvPr>
            <p:ph idx="1" type="subTitle"/>
          </p:nvPr>
        </p:nvSpPr>
        <p:spPr>
          <a:xfrm>
            <a:off x="757400" y="1771577"/>
            <a:ext cx="4945800" cy="11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1" name="Google Shape;1131;p62"/>
          <p:cNvSpPr txBox="1"/>
          <p:nvPr/>
        </p:nvSpPr>
        <p:spPr>
          <a:xfrm>
            <a:off x="7574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CREDITS: This presentation template was created by </a:t>
            </a:r>
            <a:r>
              <a:rPr lang="en-US" sz="1200" u="sng">
                <a:solidFill>
                  <a:schemeClr val="hlink"/>
                </a:solidFill>
                <a:latin typeface="DM Sans Medium"/>
                <a:ea typeface="DM Sans Medium"/>
                <a:cs typeface="DM Sans Medium"/>
                <a:sym typeface="DM Sans Medium"/>
                <a:hlinkClick r:id="rId2"/>
              </a:rPr>
              <a:t>Slidesgo</a:t>
            </a:r>
            <a:r>
              <a:rPr lang="en-US"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and includes icons by </a:t>
            </a:r>
            <a:r>
              <a:rPr lang="en-US" sz="1200" u="sng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US" sz="1200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, and infographics &amp; images by </a:t>
            </a:r>
            <a:r>
              <a:rPr lang="en-US" sz="1200" u="sng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-US" sz="1200" u="sng"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</a:t>
            </a:r>
            <a:endParaRPr sz="1200" u="sng">
              <a:solidFill>
                <a:schemeClr val="dk1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63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34" name="Google Shape;1134;p63"/>
          <p:cNvGrpSpPr/>
          <p:nvPr/>
        </p:nvGrpSpPr>
        <p:grpSpPr>
          <a:xfrm>
            <a:off x="8023170" y="3390697"/>
            <a:ext cx="815217" cy="1752808"/>
            <a:chOff x="5237920" y="2828534"/>
            <a:chExt cx="815217" cy="1752808"/>
          </a:xfrm>
        </p:grpSpPr>
        <p:sp>
          <p:nvSpPr>
            <p:cNvPr id="1135" name="Google Shape;1135;p63"/>
            <p:cNvSpPr/>
            <p:nvPr/>
          </p:nvSpPr>
          <p:spPr>
            <a:xfrm>
              <a:off x="5933619" y="3272712"/>
              <a:ext cx="107551" cy="157766"/>
            </a:xfrm>
            <a:custGeom>
              <a:rect b="b" l="l" r="r" t="t"/>
              <a:pathLst>
                <a:path extrusionOk="0" h="3811" w="2598">
                  <a:moveTo>
                    <a:pt x="1287" y="0"/>
                  </a:moveTo>
                  <a:cubicBezTo>
                    <a:pt x="1102" y="0"/>
                    <a:pt x="920" y="46"/>
                    <a:pt x="762" y="147"/>
                  </a:cubicBezTo>
                  <a:cubicBezTo>
                    <a:pt x="393" y="366"/>
                    <a:pt x="220" y="816"/>
                    <a:pt x="139" y="1232"/>
                  </a:cubicBezTo>
                  <a:cubicBezTo>
                    <a:pt x="1" y="1970"/>
                    <a:pt x="58" y="2824"/>
                    <a:pt x="382" y="3505"/>
                  </a:cubicBezTo>
                  <a:cubicBezTo>
                    <a:pt x="482" y="3726"/>
                    <a:pt x="619" y="3810"/>
                    <a:pt x="770" y="3810"/>
                  </a:cubicBezTo>
                  <a:cubicBezTo>
                    <a:pt x="1160" y="3810"/>
                    <a:pt x="1649" y="3252"/>
                    <a:pt x="1882" y="2986"/>
                  </a:cubicBezTo>
                  <a:cubicBezTo>
                    <a:pt x="2205" y="2617"/>
                    <a:pt x="2459" y="2178"/>
                    <a:pt x="2528" y="1693"/>
                  </a:cubicBezTo>
                  <a:cubicBezTo>
                    <a:pt x="2598" y="1209"/>
                    <a:pt x="2471" y="678"/>
                    <a:pt x="2113" y="331"/>
                  </a:cubicBezTo>
                  <a:cubicBezTo>
                    <a:pt x="1898" y="123"/>
                    <a:pt x="1589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3"/>
            <p:cNvSpPr/>
            <p:nvPr/>
          </p:nvSpPr>
          <p:spPr>
            <a:xfrm>
              <a:off x="5841886" y="3454067"/>
              <a:ext cx="211251" cy="151515"/>
            </a:xfrm>
            <a:custGeom>
              <a:rect b="b" l="l" r="r" t="t"/>
              <a:pathLst>
                <a:path extrusionOk="0" h="3660" w="5103">
                  <a:moveTo>
                    <a:pt x="674" y="0"/>
                  </a:moveTo>
                  <a:cubicBezTo>
                    <a:pt x="662" y="0"/>
                    <a:pt x="648" y="1"/>
                    <a:pt x="635" y="2"/>
                  </a:cubicBezTo>
                  <a:cubicBezTo>
                    <a:pt x="451" y="25"/>
                    <a:pt x="277" y="163"/>
                    <a:pt x="185" y="336"/>
                  </a:cubicBezTo>
                  <a:cubicBezTo>
                    <a:pt x="93" y="498"/>
                    <a:pt x="58" y="694"/>
                    <a:pt x="47" y="891"/>
                  </a:cubicBezTo>
                  <a:cubicBezTo>
                    <a:pt x="0" y="1929"/>
                    <a:pt x="624" y="2957"/>
                    <a:pt x="1559" y="3407"/>
                  </a:cubicBezTo>
                  <a:cubicBezTo>
                    <a:pt x="1911" y="3577"/>
                    <a:pt x="2300" y="3659"/>
                    <a:pt x="2690" y="3659"/>
                  </a:cubicBezTo>
                  <a:cubicBezTo>
                    <a:pt x="3332" y="3659"/>
                    <a:pt x="3974" y="3434"/>
                    <a:pt x="4456" y="3003"/>
                  </a:cubicBezTo>
                  <a:cubicBezTo>
                    <a:pt x="4768" y="2737"/>
                    <a:pt x="5021" y="2379"/>
                    <a:pt x="5056" y="1976"/>
                  </a:cubicBezTo>
                  <a:cubicBezTo>
                    <a:pt x="5102" y="1560"/>
                    <a:pt x="4883" y="1110"/>
                    <a:pt x="4491" y="983"/>
                  </a:cubicBezTo>
                  <a:cubicBezTo>
                    <a:pt x="4399" y="954"/>
                    <a:pt x="4305" y="941"/>
                    <a:pt x="4210" y="941"/>
                  </a:cubicBezTo>
                  <a:cubicBezTo>
                    <a:pt x="4041" y="941"/>
                    <a:pt x="3868" y="981"/>
                    <a:pt x="3706" y="1041"/>
                  </a:cubicBezTo>
                  <a:cubicBezTo>
                    <a:pt x="3394" y="1144"/>
                    <a:pt x="3105" y="1294"/>
                    <a:pt x="2851" y="1491"/>
                  </a:cubicBezTo>
                  <a:cubicBezTo>
                    <a:pt x="2621" y="1652"/>
                    <a:pt x="2424" y="1849"/>
                    <a:pt x="2251" y="2068"/>
                  </a:cubicBezTo>
                  <a:cubicBezTo>
                    <a:pt x="2161" y="2175"/>
                    <a:pt x="2018" y="2457"/>
                    <a:pt x="1935" y="2457"/>
                  </a:cubicBezTo>
                  <a:cubicBezTo>
                    <a:pt x="1901" y="2457"/>
                    <a:pt x="1877" y="2410"/>
                    <a:pt x="1870" y="2287"/>
                  </a:cubicBezTo>
                  <a:cubicBezTo>
                    <a:pt x="1836" y="1664"/>
                    <a:pt x="1709" y="1064"/>
                    <a:pt x="1374" y="521"/>
                  </a:cubicBezTo>
                  <a:cubicBezTo>
                    <a:pt x="1219" y="255"/>
                    <a:pt x="979" y="0"/>
                    <a:pt x="6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63"/>
            <p:cNvSpPr/>
            <p:nvPr/>
          </p:nvSpPr>
          <p:spPr>
            <a:xfrm>
              <a:off x="5800779" y="3622507"/>
              <a:ext cx="196928" cy="104611"/>
            </a:xfrm>
            <a:custGeom>
              <a:rect b="b" l="l" r="r" t="t"/>
              <a:pathLst>
                <a:path extrusionOk="0" h="2527" w="4757">
                  <a:moveTo>
                    <a:pt x="599" y="1"/>
                  </a:moveTo>
                  <a:cubicBezTo>
                    <a:pt x="573" y="1"/>
                    <a:pt x="547" y="3"/>
                    <a:pt x="520" y="7"/>
                  </a:cubicBezTo>
                  <a:cubicBezTo>
                    <a:pt x="220" y="42"/>
                    <a:pt x="12" y="354"/>
                    <a:pt x="1" y="665"/>
                  </a:cubicBezTo>
                  <a:cubicBezTo>
                    <a:pt x="1" y="965"/>
                    <a:pt x="151" y="1254"/>
                    <a:pt x="347" y="1485"/>
                  </a:cubicBezTo>
                  <a:cubicBezTo>
                    <a:pt x="774" y="2016"/>
                    <a:pt x="1397" y="2385"/>
                    <a:pt x="2078" y="2489"/>
                  </a:cubicBezTo>
                  <a:cubicBezTo>
                    <a:pt x="2226" y="2514"/>
                    <a:pt x="2376" y="2527"/>
                    <a:pt x="2526" y="2527"/>
                  </a:cubicBezTo>
                  <a:cubicBezTo>
                    <a:pt x="3057" y="2527"/>
                    <a:pt x="3591" y="2370"/>
                    <a:pt x="4041" y="2073"/>
                  </a:cubicBezTo>
                  <a:cubicBezTo>
                    <a:pt x="4306" y="1912"/>
                    <a:pt x="4537" y="1681"/>
                    <a:pt x="4652" y="1392"/>
                  </a:cubicBezTo>
                  <a:cubicBezTo>
                    <a:pt x="4756" y="1092"/>
                    <a:pt x="4710" y="723"/>
                    <a:pt x="4468" y="527"/>
                  </a:cubicBezTo>
                  <a:cubicBezTo>
                    <a:pt x="4334" y="421"/>
                    <a:pt x="4170" y="379"/>
                    <a:pt x="4000" y="379"/>
                  </a:cubicBezTo>
                  <a:cubicBezTo>
                    <a:pt x="3819" y="379"/>
                    <a:pt x="3630" y="426"/>
                    <a:pt x="3464" y="492"/>
                  </a:cubicBezTo>
                  <a:cubicBezTo>
                    <a:pt x="2909" y="700"/>
                    <a:pt x="2459" y="1092"/>
                    <a:pt x="2136" y="1577"/>
                  </a:cubicBezTo>
                  <a:cubicBezTo>
                    <a:pt x="2074" y="1664"/>
                    <a:pt x="2042" y="1718"/>
                    <a:pt x="2011" y="1718"/>
                  </a:cubicBezTo>
                  <a:cubicBezTo>
                    <a:pt x="1985" y="1718"/>
                    <a:pt x="1959" y="1679"/>
                    <a:pt x="1917" y="1589"/>
                  </a:cubicBezTo>
                  <a:cubicBezTo>
                    <a:pt x="1859" y="1439"/>
                    <a:pt x="1824" y="1288"/>
                    <a:pt x="1755" y="1138"/>
                  </a:cubicBezTo>
                  <a:cubicBezTo>
                    <a:pt x="1617" y="861"/>
                    <a:pt x="1455" y="607"/>
                    <a:pt x="1247" y="377"/>
                  </a:cubicBezTo>
                  <a:cubicBezTo>
                    <a:pt x="1080" y="189"/>
                    <a:pt x="847" y="1"/>
                    <a:pt x="5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3"/>
            <p:cNvSpPr/>
            <p:nvPr/>
          </p:nvSpPr>
          <p:spPr>
            <a:xfrm>
              <a:off x="5766379" y="3764702"/>
              <a:ext cx="198335" cy="105646"/>
            </a:xfrm>
            <a:custGeom>
              <a:rect b="b" l="l" r="r" t="t"/>
              <a:pathLst>
                <a:path extrusionOk="0" h="2552" w="4791">
                  <a:moveTo>
                    <a:pt x="556" y="0"/>
                  </a:moveTo>
                  <a:cubicBezTo>
                    <a:pt x="471" y="0"/>
                    <a:pt x="387" y="18"/>
                    <a:pt x="312" y="58"/>
                  </a:cubicBezTo>
                  <a:cubicBezTo>
                    <a:pt x="162" y="139"/>
                    <a:pt x="70" y="301"/>
                    <a:pt x="35" y="462"/>
                  </a:cubicBezTo>
                  <a:cubicBezTo>
                    <a:pt x="1" y="624"/>
                    <a:pt x="24" y="785"/>
                    <a:pt x="70" y="947"/>
                  </a:cubicBezTo>
                  <a:cubicBezTo>
                    <a:pt x="278" y="1778"/>
                    <a:pt x="1028" y="2447"/>
                    <a:pt x="1882" y="2540"/>
                  </a:cubicBezTo>
                  <a:cubicBezTo>
                    <a:pt x="1958" y="2548"/>
                    <a:pt x="2034" y="2552"/>
                    <a:pt x="2110" y="2552"/>
                  </a:cubicBezTo>
                  <a:cubicBezTo>
                    <a:pt x="2895" y="2552"/>
                    <a:pt x="3647" y="2131"/>
                    <a:pt x="4237" y="1605"/>
                  </a:cubicBezTo>
                  <a:cubicBezTo>
                    <a:pt x="4422" y="1443"/>
                    <a:pt x="4595" y="1259"/>
                    <a:pt x="4699" y="1039"/>
                  </a:cubicBezTo>
                  <a:cubicBezTo>
                    <a:pt x="4791" y="808"/>
                    <a:pt x="4779" y="520"/>
                    <a:pt x="4618" y="335"/>
                  </a:cubicBezTo>
                  <a:cubicBezTo>
                    <a:pt x="4502" y="197"/>
                    <a:pt x="4306" y="139"/>
                    <a:pt x="4121" y="139"/>
                  </a:cubicBezTo>
                  <a:cubicBezTo>
                    <a:pt x="3948" y="139"/>
                    <a:pt x="3764" y="197"/>
                    <a:pt x="3602" y="266"/>
                  </a:cubicBezTo>
                  <a:cubicBezTo>
                    <a:pt x="3025" y="520"/>
                    <a:pt x="2529" y="958"/>
                    <a:pt x="2228" y="1512"/>
                  </a:cubicBezTo>
                  <a:cubicBezTo>
                    <a:pt x="2174" y="1607"/>
                    <a:pt x="2140" y="1701"/>
                    <a:pt x="2088" y="1701"/>
                  </a:cubicBezTo>
                  <a:cubicBezTo>
                    <a:pt x="2063" y="1701"/>
                    <a:pt x="2035" y="1680"/>
                    <a:pt x="1998" y="1628"/>
                  </a:cubicBezTo>
                  <a:cubicBezTo>
                    <a:pt x="1905" y="1501"/>
                    <a:pt x="1871" y="1293"/>
                    <a:pt x="1813" y="1155"/>
                  </a:cubicBezTo>
                  <a:cubicBezTo>
                    <a:pt x="1663" y="855"/>
                    <a:pt x="1467" y="578"/>
                    <a:pt x="1224" y="347"/>
                  </a:cubicBezTo>
                  <a:cubicBezTo>
                    <a:pt x="1109" y="220"/>
                    <a:pt x="970" y="116"/>
                    <a:pt x="809" y="47"/>
                  </a:cubicBezTo>
                  <a:cubicBezTo>
                    <a:pt x="728" y="18"/>
                    <a:pt x="641" y="0"/>
                    <a:pt x="55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3"/>
            <p:cNvSpPr/>
            <p:nvPr/>
          </p:nvSpPr>
          <p:spPr>
            <a:xfrm>
              <a:off x="5810342" y="3358733"/>
              <a:ext cx="181155" cy="673123"/>
            </a:xfrm>
            <a:custGeom>
              <a:rect b="b" l="l" r="r" t="t"/>
              <a:pathLst>
                <a:path extrusionOk="0" h="16260" w="4376">
                  <a:moveTo>
                    <a:pt x="4245" y="1"/>
                  </a:moveTo>
                  <a:cubicBezTo>
                    <a:pt x="4198" y="1"/>
                    <a:pt x="4151" y="32"/>
                    <a:pt x="4133" y="77"/>
                  </a:cubicBezTo>
                  <a:cubicBezTo>
                    <a:pt x="2263" y="5271"/>
                    <a:pt x="878" y="10673"/>
                    <a:pt x="12" y="16121"/>
                  </a:cubicBezTo>
                  <a:cubicBezTo>
                    <a:pt x="1" y="16179"/>
                    <a:pt x="47" y="16248"/>
                    <a:pt x="116" y="16260"/>
                  </a:cubicBezTo>
                  <a:lnTo>
                    <a:pt x="128" y="16260"/>
                  </a:lnTo>
                  <a:cubicBezTo>
                    <a:pt x="185" y="16260"/>
                    <a:pt x="243" y="16214"/>
                    <a:pt x="255" y="16156"/>
                  </a:cubicBezTo>
                  <a:cubicBezTo>
                    <a:pt x="1109" y="10719"/>
                    <a:pt x="2494" y="5340"/>
                    <a:pt x="4352" y="158"/>
                  </a:cubicBezTo>
                  <a:cubicBezTo>
                    <a:pt x="4375" y="100"/>
                    <a:pt x="4352" y="31"/>
                    <a:pt x="4283" y="8"/>
                  </a:cubicBezTo>
                  <a:cubicBezTo>
                    <a:pt x="4271" y="3"/>
                    <a:pt x="4258" y="1"/>
                    <a:pt x="4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63"/>
            <p:cNvSpPr/>
            <p:nvPr/>
          </p:nvSpPr>
          <p:spPr>
            <a:xfrm>
              <a:off x="5780247" y="2907683"/>
              <a:ext cx="93683" cy="141993"/>
            </a:xfrm>
            <a:custGeom>
              <a:rect b="b" l="l" r="r" t="t"/>
              <a:pathLst>
                <a:path extrusionOk="0" h="3430" w="2263">
                  <a:moveTo>
                    <a:pt x="1350" y="0"/>
                  </a:moveTo>
                  <a:cubicBezTo>
                    <a:pt x="1121" y="0"/>
                    <a:pt x="887" y="77"/>
                    <a:pt x="705" y="215"/>
                  </a:cubicBezTo>
                  <a:cubicBezTo>
                    <a:pt x="358" y="469"/>
                    <a:pt x="162" y="873"/>
                    <a:pt x="81" y="1289"/>
                  </a:cubicBezTo>
                  <a:cubicBezTo>
                    <a:pt x="0" y="1704"/>
                    <a:pt x="12" y="2131"/>
                    <a:pt x="104" y="2535"/>
                  </a:cubicBezTo>
                  <a:cubicBezTo>
                    <a:pt x="162" y="2789"/>
                    <a:pt x="277" y="3263"/>
                    <a:pt x="543" y="3401"/>
                  </a:cubicBezTo>
                  <a:cubicBezTo>
                    <a:pt x="581" y="3421"/>
                    <a:pt x="622" y="3430"/>
                    <a:pt x="664" y="3430"/>
                  </a:cubicBezTo>
                  <a:cubicBezTo>
                    <a:pt x="887" y="3430"/>
                    <a:pt x="1147" y="3179"/>
                    <a:pt x="1293" y="3043"/>
                  </a:cubicBezTo>
                  <a:cubicBezTo>
                    <a:pt x="1766" y="2616"/>
                    <a:pt x="2101" y="2039"/>
                    <a:pt x="2217" y="1404"/>
                  </a:cubicBezTo>
                  <a:cubicBezTo>
                    <a:pt x="2251" y="1185"/>
                    <a:pt x="2263" y="966"/>
                    <a:pt x="2217" y="746"/>
                  </a:cubicBezTo>
                  <a:cubicBezTo>
                    <a:pt x="2170" y="527"/>
                    <a:pt x="2055" y="308"/>
                    <a:pt x="1882" y="169"/>
                  </a:cubicBezTo>
                  <a:cubicBezTo>
                    <a:pt x="1730" y="54"/>
                    <a:pt x="1541" y="0"/>
                    <a:pt x="13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63"/>
            <p:cNvSpPr/>
            <p:nvPr/>
          </p:nvSpPr>
          <p:spPr>
            <a:xfrm>
              <a:off x="5690873" y="3096904"/>
              <a:ext cx="192167" cy="117031"/>
            </a:xfrm>
            <a:custGeom>
              <a:rect b="b" l="l" r="r" t="t"/>
              <a:pathLst>
                <a:path extrusionOk="0" h="2827" w="4642">
                  <a:moveTo>
                    <a:pt x="630" y="1"/>
                  </a:moveTo>
                  <a:cubicBezTo>
                    <a:pt x="402" y="1"/>
                    <a:pt x="187" y="182"/>
                    <a:pt x="93" y="400"/>
                  </a:cubicBezTo>
                  <a:cubicBezTo>
                    <a:pt x="1" y="642"/>
                    <a:pt x="36" y="919"/>
                    <a:pt x="116" y="1173"/>
                  </a:cubicBezTo>
                  <a:cubicBezTo>
                    <a:pt x="301" y="1762"/>
                    <a:pt x="728" y="2270"/>
                    <a:pt x="1282" y="2558"/>
                  </a:cubicBezTo>
                  <a:cubicBezTo>
                    <a:pt x="1616" y="2736"/>
                    <a:pt x="1998" y="2826"/>
                    <a:pt x="2380" y="2826"/>
                  </a:cubicBezTo>
                  <a:cubicBezTo>
                    <a:pt x="2618" y="2826"/>
                    <a:pt x="2856" y="2791"/>
                    <a:pt x="3083" y="2720"/>
                  </a:cubicBezTo>
                  <a:cubicBezTo>
                    <a:pt x="3671" y="2535"/>
                    <a:pt x="4191" y="2120"/>
                    <a:pt x="4479" y="1566"/>
                  </a:cubicBezTo>
                  <a:cubicBezTo>
                    <a:pt x="4572" y="1381"/>
                    <a:pt x="4641" y="1139"/>
                    <a:pt x="4537" y="965"/>
                  </a:cubicBezTo>
                  <a:cubicBezTo>
                    <a:pt x="4437" y="823"/>
                    <a:pt x="4264" y="772"/>
                    <a:pt x="4089" y="772"/>
                  </a:cubicBezTo>
                  <a:cubicBezTo>
                    <a:pt x="4022" y="772"/>
                    <a:pt x="3955" y="780"/>
                    <a:pt x="3891" y="792"/>
                  </a:cubicBezTo>
                  <a:cubicBezTo>
                    <a:pt x="3568" y="838"/>
                    <a:pt x="3267" y="965"/>
                    <a:pt x="2990" y="1127"/>
                  </a:cubicBezTo>
                  <a:cubicBezTo>
                    <a:pt x="2737" y="1289"/>
                    <a:pt x="2517" y="1496"/>
                    <a:pt x="2333" y="1727"/>
                  </a:cubicBezTo>
                  <a:cubicBezTo>
                    <a:pt x="2240" y="1843"/>
                    <a:pt x="2171" y="1958"/>
                    <a:pt x="2102" y="2085"/>
                  </a:cubicBezTo>
                  <a:cubicBezTo>
                    <a:pt x="2057" y="2164"/>
                    <a:pt x="2012" y="2374"/>
                    <a:pt x="1903" y="2374"/>
                  </a:cubicBezTo>
                  <a:cubicBezTo>
                    <a:pt x="1900" y="2374"/>
                    <a:pt x="1897" y="2374"/>
                    <a:pt x="1894" y="2374"/>
                  </a:cubicBezTo>
                  <a:cubicBezTo>
                    <a:pt x="1767" y="2362"/>
                    <a:pt x="1790" y="2074"/>
                    <a:pt x="1767" y="1981"/>
                  </a:cubicBezTo>
                  <a:cubicBezTo>
                    <a:pt x="1744" y="1808"/>
                    <a:pt x="1698" y="1646"/>
                    <a:pt x="1652" y="1473"/>
                  </a:cubicBezTo>
                  <a:cubicBezTo>
                    <a:pt x="1548" y="1127"/>
                    <a:pt x="1409" y="792"/>
                    <a:pt x="1224" y="481"/>
                  </a:cubicBezTo>
                  <a:cubicBezTo>
                    <a:pt x="1109" y="273"/>
                    <a:pt x="947" y="54"/>
                    <a:pt x="705" y="7"/>
                  </a:cubicBezTo>
                  <a:cubicBezTo>
                    <a:pt x="680" y="3"/>
                    <a:pt x="655" y="1"/>
                    <a:pt x="6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63"/>
            <p:cNvSpPr/>
            <p:nvPr/>
          </p:nvSpPr>
          <p:spPr>
            <a:xfrm>
              <a:off x="5655066" y="3263025"/>
              <a:ext cx="207898" cy="118935"/>
            </a:xfrm>
            <a:custGeom>
              <a:rect b="b" l="l" r="r" t="t"/>
              <a:pathLst>
                <a:path extrusionOk="0" h="2873" w="5022">
                  <a:moveTo>
                    <a:pt x="613" y="0"/>
                  </a:moveTo>
                  <a:cubicBezTo>
                    <a:pt x="578" y="0"/>
                    <a:pt x="543" y="4"/>
                    <a:pt x="508" y="11"/>
                  </a:cubicBezTo>
                  <a:cubicBezTo>
                    <a:pt x="266" y="57"/>
                    <a:pt x="81" y="300"/>
                    <a:pt x="46" y="554"/>
                  </a:cubicBezTo>
                  <a:cubicBezTo>
                    <a:pt x="0" y="796"/>
                    <a:pt x="81" y="1050"/>
                    <a:pt x="185" y="1281"/>
                  </a:cubicBezTo>
                  <a:cubicBezTo>
                    <a:pt x="554" y="2089"/>
                    <a:pt x="1328" y="2689"/>
                    <a:pt x="2205" y="2839"/>
                  </a:cubicBezTo>
                  <a:cubicBezTo>
                    <a:pt x="2344" y="2861"/>
                    <a:pt x="2485" y="2872"/>
                    <a:pt x="2626" y="2872"/>
                  </a:cubicBezTo>
                  <a:cubicBezTo>
                    <a:pt x="3363" y="2872"/>
                    <a:pt x="4104" y="2574"/>
                    <a:pt x="4617" y="2031"/>
                  </a:cubicBezTo>
                  <a:cubicBezTo>
                    <a:pt x="4756" y="1893"/>
                    <a:pt x="4883" y="1720"/>
                    <a:pt x="4952" y="1535"/>
                  </a:cubicBezTo>
                  <a:cubicBezTo>
                    <a:pt x="5021" y="1339"/>
                    <a:pt x="5021" y="1119"/>
                    <a:pt x="4917" y="935"/>
                  </a:cubicBezTo>
                  <a:cubicBezTo>
                    <a:pt x="4790" y="738"/>
                    <a:pt x="4548" y="623"/>
                    <a:pt x="4317" y="623"/>
                  </a:cubicBezTo>
                  <a:cubicBezTo>
                    <a:pt x="4302" y="622"/>
                    <a:pt x="4286" y="622"/>
                    <a:pt x="4271" y="622"/>
                  </a:cubicBezTo>
                  <a:cubicBezTo>
                    <a:pt x="4045" y="622"/>
                    <a:pt x="3831" y="699"/>
                    <a:pt x="3636" y="796"/>
                  </a:cubicBezTo>
                  <a:cubicBezTo>
                    <a:pt x="3301" y="958"/>
                    <a:pt x="3013" y="1177"/>
                    <a:pt x="2759" y="1443"/>
                  </a:cubicBezTo>
                  <a:cubicBezTo>
                    <a:pt x="2643" y="1581"/>
                    <a:pt x="2528" y="1731"/>
                    <a:pt x="2424" y="1881"/>
                  </a:cubicBezTo>
                  <a:cubicBezTo>
                    <a:pt x="2343" y="2020"/>
                    <a:pt x="2286" y="2227"/>
                    <a:pt x="2182" y="2343"/>
                  </a:cubicBezTo>
                  <a:cubicBezTo>
                    <a:pt x="2089" y="2250"/>
                    <a:pt x="2101" y="1939"/>
                    <a:pt x="2078" y="1812"/>
                  </a:cubicBezTo>
                  <a:cubicBezTo>
                    <a:pt x="2032" y="1627"/>
                    <a:pt x="1962" y="1443"/>
                    <a:pt x="1893" y="1269"/>
                  </a:cubicBezTo>
                  <a:cubicBezTo>
                    <a:pt x="1732" y="923"/>
                    <a:pt x="1524" y="600"/>
                    <a:pt x="1247" y="334"/>
                  </a:cubicBezTo>
                  <a:cubicBezTo>
                    <a:pt x="1075" y="163"/>
                    <a:pt x="851" y="0"/>
                    <a:pt x="6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63"/>
            <p:cNvSpPr/>
            <p:nvPr/>
          </p:nvSpPr>
          <p:spPr>
            <a:xfrm>
              <a:off x="5627331" y="3532347"/>
              <a:ext cx="186413" cy="114340"/>
            </a:xfrm>
            <a:custGeom>
              <a:rect b="b" l="l" r="r" t="t"/>
              <a:pathLst>
                <a:path extrusionOk="0" h="2762" w="4503">
                  <a:moveTo>
                    <a:pt x="655" y="0"/>
                  </a:moveTo>
                  <a:cubicBezTo>
                    <a:pt x="567" y="0"/>
                    <a:pt x="482" y="16"/>
                    <a:pt x="405" y="50"/>
                  </a:cubicBezTo>
                  <a:cubicBezTo>
                    <a:pt x="209" y="142"/>
                    <a:pt x="82" y="338"/>
                    <a:pt x="47" y="558"/>
                  </a:cubicBezTo>
                  <a:cubicBezTo>
                    <a:pt x="1" y="766"/>
                    <a:pt x="35" y="973"/>
                    <a:pt x="93" y="1181"/>
                  </a:cubicBezTo>
                  <a:cubicBezTo>
                    <a:pt x="289" y="1793"/>
                    <a:pt x="751" y="2312"/>
                    <a:pt x="1340" y="2578"/>
                  </a:cubicBezTo>
                  <a:cubicBezTo>
                    <a:pt x="1624" y="2700"/>
                    <a:pt x="1936" y="2761"/>
                    <a:pt x="2247" y="2761"/>
                  </a:cubicBezTo>
                  <a:cubicBezTo>
                    <a:pt x="2579" y="2761"/>
                    <a:pt x="2911" y="2692"/>
                    <a:pt x="3210" y="2555"/>
                  </a:cubicBezTo>
                  <a:cubicBezTo>
                    <a:pt x="3798" y="2278"/>
                    <a:pt x="4248" y="1747"/>
                    <a:pt x="4422" y="1123"/>
                  </a:cubicBezTo>
                  <a:cubicBezTo>
                    <a:pt x="4479" y="927"/>
                    <a:pt x="4502" y="696"/>
                    <a:pt x="4387" y="523"/>
                  </a:cubicBezTo>
                  <a:cubicBezTo>
                    <a:pt x="4295" y="373"/>
                    <a:pt x="4110" y="304"/>
                    <a:pt x="3937" y="304"/>
                  </a:cubicBezTo>
                  <a:cubicBezTo>
                    <a:pt x="3752" y="304"/>
                    <a:pt x="3579" y="362"/>
                    <a:pt x="3429" y="442"/>
                  </a:cubicBezTo>
                  <a:cubicBezTo>
                    <a:pt x="3198" y="569"/>
                    <a:pt x="2990" y="719"/>
                    <a:pt x="2817" y="916"/>
                  </a:cubicBezTo>
                  <a:cubicBezTo>
                    <a:pt x="2656" y="1077"/>
                    <a:pt x="2529" y="1262"/>
                    <a:pt x="2425" y="1470"/>
                  </a:cubicBezTo>
                  <a:cubicBezTo>
                    <a:pt x="2377" y="1555"/>
                    <a:pt x="2307" y="1866"/>
                    <a:pt x="2213" y="1866"/>
                  </a:cubicBezTo>
                  <a:cubicBezTo>
                    <a:pt x="2192" y="1866"/>
                    <a:pt x="2170" y="1851"/>
                    <a:pt x="2148" y="1816"/>
                  </a:cubicBezTo>
                  <a:cubicBezTo>
                    <a:pt x="2102" y="1724"/>
                    <a:pt x="2078" y="1562"/>
                    <a:pt x="2044" y="1458"/>
                  </a:cubicBezTo>
                  <a:cubicBezTo>
                    <a:pt x="1998" y="1343"/>
                    <a:pt x="1951" y="1227"/>
                    <a:pt x="1894" y="1112"/>
                  </a:cubicBezTo>
                  <a:cubicBezTo>
                    <a:pt x="1778" y="892"/>
                    <a:pt x="1640" y="685"/>
                    <a:pt x="1490" y="488"/>
                  </a:cubicBezTo>
                  <a:cubicBezTo>
                    <a:pt x="1351" y="327"/>
                    <a:pt x="1201" y="177"/>
                    <a:pt x="1017" y="85"/>
                  </a:cubicBezTo>
                  <a:cubicBezTo>
                    <a:pt x="902" y="31"/>
                    <a:pt x="776" y="0"/>
                    <a:pt x="65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3"/>
            <p:cNvSpPr/>
            <p:nvPr/>
          </p:nvSpPr>
          <p:spPr>
            <a:xfrm>
              <a:off x="5694227" y="2982403"/>
              <a:ext cx="128581" cy="1041851"/>
            </a:xfrm>
            <a:custGeom>
              <a:rect b="b" l="l" r="r" t="t"/>
              <a:pathLst>
                <a:path extrusionOk="0" h="25167" w="3106">
                  <a:moveTo>
                    <a:pt x="2976" y="1"/>
                  </a:moveTo>
                  <a:cubicBezTo>
                    <a:pt x="2916" y="1"/>
                    <a:pt x="2862" y="35"/>
                    <a:pt x="2852" y="96"/>
                  </a:cubicBezTo>
                  <a:cubicBezTo>
                    <a:pt x="820" y="8256"/>
                    <a:pt x="1" y="16648"/>
                    <a:pt x="428" y="25051"/>
                  </a:cubicBezTo>
                  <a:cubicBezTo>
                    <a:pt x="428" y="25108"/>
                    <a:pt x="486" y="25166"/>
                    <a:pt x="543" y="25166"/>
                  </a:cubicBezTo>
                  <a:lnTo>
                    <a:pt x="555" y="25166"/>
                  </a:lnTo>
                  <a:cubicBezTo>
                    <a:pt x="612" y="25154"/>
                    <a:pt x="670" y="25097"/>
                    <a:pt x="670" y="25039"/>
                  </a:cubicBezTo>
                  <a:cubicBezTo>
                    <a:pt x="243" y="16659"/>
                    <a:pt x="1063" y="8291"/>
                    <a:pt x="3083" y="153"/>
                  </a:cubicBezTo>
                  <a:cubicBezTo>
                    <a:pt x="3106" y="84"/>
                    <a:pt x="3060" y="15"/>
                    <a:pt x="3002" y="3"/>
                  </a:cubicBezTo>
                  <a:cubicBezTo>
                    <a:pt x="2993" y="2"/>
                    <a:pt x="2984" y="1"/>
                    <a:pt x="29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3"/>
            <p:cNvSpPr/>
            <p:nvPr/>
          </p:nvSpPr>
          <p:spPr>
            <a:xfrm>
              <a:off x="5509311" y="3659556"/>
              <a:ext cx="164431" cy="104611"/>
            </a:xfrm>
            <a:custGeom>
              <a:rect b="b" l="l" r="r" t="t"/>
              <a:pathLst>
                <a:path extrusionOk="0" h="2527" w="3972">
                  <a:moveTo>
                    <a:pt x="3316" y="1"/>
                  </a:moveTo>
                  <a:cubicBezTo>
                    <a:pt x="3047" y="1"/>
                    <a:pt x="2813" y="215"/>
                    <a:pt x="2656" y="440"/>
                  </a:cubicBezTo>
                  <a:cubicBezTo>
                    <a:pt x="2540" y="624"/>
                    <a:pt x="2436" y="832"/>
                    <a:pt x="2379" y="1040"/>
                  </a:cubicBezTo>
                  <a:cubicBezTo>
                    <a:pt x="2321" y="1225"/>
                    <a:pt x="2355" y="1525"/>
                    <a:pt x="2275" y="1675"/>
                  </a:cubicBezTo>
                  <a:cubicBezTo>
                    <a:pt x="2243" y="1742"/>
                    <a:pt x="2213" y="1768"/>
                    <a:pt x="2186" y="1768"/>
                  </a:cubicBezTo>
                  <a:cubicBezTo>
                    <a:pt x="2124" y="1768"/>
                    <a:pt x="2072" y="1632"/>
                    <a:pt x="2032" y="1536"/>
                  </a:cubicBezTo>
                  <a:cubicBezTo>
                    <a:pt x="1951" y="1352"/>
                    <a:pt x="1848" y="1167"/>
                    <a:pt x="1721" y="1005"/>
                  </a:cubicBezTo>
                  <a:cubicBezTo>
                    <a:pt x="1501" y="705"/>
                    <a:pt x="1167" y="486"/>
                    <a:pt x="809" y="474"/>
                  </a:cubicBezTo>
                  <a:cubicBezTo>
                    <a:pt x="801" y="474"/>
                    <a:pt x="793" y="474"/>
                    <a:pt x="785" y="474"/>
                  </a:cubicBezTo>
                  <a:cubicBezTo>
                    <a:pt x="424" y="474"/>
                    <a:pt x="69" y="736"/>
                    <a:pt x="24" y="1098"/>
                  </a:cubicBezTo>
                  <a:cubicBezTo>
                    <a:pt x="1" y="1340"/>
                    <a:pt x="128" y="1582"/>
                    <a:pt x="289" y="1779"/>
                  </a:cubicBezTo>
                  <a:cubicBezTo>
                    <a:pt x="688" y="2248"/>
                    <a:pt x="1294" y="2527"/>
                    <a:pt x="1906" y="2527"/>
                  </a:cubicBezTo>
                  <a:cubicBezTo>
                    <a:pt x="2002" y="2527"/>
                    <a:pt x="2098" y="2520"/>
                    <a:pt x="2194" y="2506"/>
                  </a:cubicBezTo>
                  <a:cubicBezTo>
                    <a:pt x="2898" y="2402"/>
                    <a:pt x="3533" y="1917"/>
                    <a:pt x="3810" y="1271"/>
                  </a:cubicBezTo>
                  <a:cubicBezTo>
                    <a:pt x="3914" y="1028"/>
                    <a:pt x="3971" y="751"/>
                    <a:pt x="3902" y="497"/>
                  </a:cubicBezTo>
                  <a:cubicBezTo>
                    <a:pt x="3833" y="232"/>
                    <a:pt x="3602" y="13"/>
                    <a:pt x="3337" y="1"/>
                  </a:cubicBezTo>
                  <a:cubicBezTo>
                    <a:pt x="3330" y="1"/>
                    <a:pt x="3323" y="1"/>
                    <a:pt x="3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63"/>
            <p:cNvSpPr/>
            <p:nvPr/>
          </p:nvSpPr>
          <p:spPr>
            <a:xfrm>
              <a:off x="5444320" y="3369868"/>
              <a:ext cx="201233" cy="149362"/>
            </a:xfrm>
            <a:custGeom>
              <a:rect b="b" l="l" r="r" t="t"/>
              <a:pathLst>
                <a:path extrusionOk="0" h="3608" w="4861">
                  <a:moveTo>
                    <a:pt x="4199" y="1"/>
                  </a:moveTo>
                  <a:cubicBezTo>
                    <a:pt x="4085" y="1"/>
                    <a:pt x="3968" y="31"/>
                    <a:pt x="3868" y="85"/>
                  </a:cubicBezTo>
                  <a:cubicBezTo>
                    <a:pt x="3695" y="166"/>
                    <a:pt x="3545" y="316"/>
                    <a:pt x="3429" y="466"/>
                  </a:cubicBezTo>
                  <a:cubicBezTo>
                    <a:pt x="2967" y="1032"/>
                    <a:pt x="2748" y="1782"/>
                    <a:pt x="2794" y="2509"/>
                  </a:cubicBezTo>
                  <a:cubicBezTo>
                    <a:pt x="2805" y="2608"/>
                    <a:pt x="2880" y="2845"/>
                    <a:pt x="2724" y="2845"/>
                  </a:cubicBezTo>
                  <a:cubicBezTo>
                    <a:pt x="2717" y="2845"/>
                    <a:pt x="2710" y="2845"/>
                    <a:pt x="2702" y="2844"/>
                  </a:cubicBezTo>
                  <a:cubicBezTo>
                    <a:pt x="2598" y="2844"/>
                    <a:pt x="2471" y="2567"/>
                    <a:pt x="2402" y="2486"/>
                  </a:cubicBezTo>
                  <a:cubicBezTo>
                    <a:pt x="2171" y="2209"/>
                    <a:pt x="1894" y="1966"/>
                    <a:pt x="1582" y="1770"/>
                  </a:cubicBezTo>
                  <a:cubicBezTo>
                    <a:pt x="1363" y="1632"/>
                    <a:pt x="1121" y="1516"/>
                    <a:pt x="867" y="1505"/>
                  </a:cubicBezTo>
                  <a:cubicBezTo>
                    <a:pt x="841" y="1502"/>
                    <a:pt x="816" y="1501"/>
                    <a:pt x="790" y="1501"/>
                  </a:cubicBezTo>
                  <a:cubicBezTo>
                    <a:pt x="558" y="1501"/>
                    <a:pt x="319" y="1595"/>
                    <a:pt x="174" y="1782"/>
                  </a:cubicBezTo>
                  <a:cubicBezTo>
                    <a:pt x="1" y="2001"/>
                    <a:pt x="1" y="2313"/>
                    <a:pt x="116" y="2567"/>
                  </a:cubicBezTo>
                  <a:cubicBezTo>
                    <a:pt x="220" y="2821"/>
                    <a:pt x="440" y="3005"/>
                    <a:pt x="659" y="3167"/>
                  </a:cubicBezTo>
                  <a:cubicBezTo>
                    <a:pt x="1101" y="3460"/>
                    <a:pt x="1631" y="3608"/>
                    <a:pt x="2159" y="3608"/>
                  </a:cubicBezTo>
                  <a:cubicBezTo>
                    <a:pt x="2610" y="3608"/>
                    <a:pt x="3059" y="3500"/>
                    <a:pt x="3452" y="3282"/>
                  </a:cubicBezTo>
                  <a:cubicBezTo>
                    <a:pt x="4306" y="2809"/>
                    <a:pt x="4860" y="1839"/>
                    <a:pt x="4826" y="870"/>
                  </a:cubicBezTo>
                  <a:cubicBezTo>
                    <a:pt x="4814" y="547"/>
                    <a:pt x="4722" y="189"/>
                    <a:pt x="4433" y="50"/>
                  </a:cubicBezTo>
                  <a:cubicBezTo>
                    <a:pt x="4361" y="17"/>
                    <a:pt x="4280" y="1"/>
                    <a:pt x="41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3"/>
            <p:cNvSpPr/>
            <p:nvPr/>
          </p:nvSpPr>
          <p:spPr>
            <a:xfrm>
              <a:off x="5397501" y="3143226"/>
              <a:ext cx="178299" cy="131644"/>
            </a:xfrm>
            <a:custGeom>
              <a:rect b="b" l="l" r="r" t="t"/>
              <a:pathLst>
                <a:path extrusionOk="0" h="3180" w="4307">
                  <a:moveTo>
                    <a:pt x="3656" y="1"/>
                  </a:moveTo>
                  <a:cubicBezTo>
                    <a:pt x="3515" y="1"/>
                    <a:pt x="3372" y="46"/>
                    <a:pt x="3256" y="123"/>
                  </a:cubicBezTo>
                  <a:cubicBezTo>
                    <a:pt x="3036" y="262"/>
                    <a:pt x="2886" y="481"/>
                    <a:pt x="2783" y="701"/>
                  </a:cubicBezTo>
                  <a:cubicBezTo>
                    <a:pt x="2644" y="978"/>
                    <a:pt x="2552" y="1266"/>
                    <a:pt x="2505" y="1555"/>
                  </a:cubicBezTo>
                  <a:cubicBezTo>
                    <a:pt x="2459" y="1855"/>
                    <a:pt x="2529" y="2155"/>
                    <a:pt x="2494" y="2444"/>
                  </a:cubicBezTo>
                  <a:cubicBezTo>
                    <a:pt x="2484" y="2524"/>
                    <a:pt x="2472" y="2557"/>
                    <a:pt x="2452" y="2557"/>
                  </a:cubicBezTo>
                  <a:cubicBezTo>
                    <a:pt x="2427" y="2557"/>
                    <a:pt x="2391" y="2503"/>
                    <a:pt x="2332" y="2432"/>
                  </a:cubicBezTo>
                  <a:cubicBezTo>
                    <a:pt x="2240" y="2317"/>
                    <a:pt x="2159" y="2201"/>
                    <a:pt x="2067" y="2086"/>
                  </a:cubicBezTo>
                  <a:cubicBezTo>
                    <a:pt x="1882" y="1889"/>
                    <a:pt x="1686" y="1705"/>
                    <a:pt x="1467" y="1555"/>
                  </a:cubicBezTo>
                  <a:cubicBezTo>
                    <a:pt x="1246" y="1387"/>
                    <a:pt x="964" y="1246"/>
                    <a:pt x="694" y="1246"/>
                  </a:cubicBezTo>
                  <a:cubicBezTo>
                    <a:pt x="611" y="1246"/>
                    <a:pt x="530" y="1259"/>
                    <a:pt x="451" y="1289"/>
                  </a:cubicBezTo>
                  <a:cubicBezTo>
                    <a:pt x="185" y="1393"/>
                    <a:pt x="12" y="1682"/>
                    <a:pt x="12" y="1970"/>
                  </a:cubicBezTo>
                  <a:cubicBezTo>
                    <a:pt x="1" y="2259"/>
                    <a:pt x="151" y="2536"/>
                    <a:pt x="359" y="2732"/>
                  </a:cubicBezTo>
                  <a:cubicBezTo>
                    <a:pt x="566" y="2917"/>
                    <a:pt x="843" y="3044"/>
                    <a:pt x="1120" y="3113"/>
                  </a:cubicBezTo>
                  <a:cubicBezTo>
                    <a:pt x="1311" y="3157"/>
                    <a:pt x="1506" y="3179"/>
                    <a:pt x="1700" y="3179"/>
                  </a:cubicBezTo>
                  <a:cubicBezTo>
                    <a:pt x="2213" y="3179"/>
                    <a:pt x="2725" y="3028"/>
                    <a:pt x="3152" y="2744"/>
                  </a:cubicBezTo>
                  <a:cubicBezTo>
                    <a:pt x="3741" y="2351"/>
                    <a:pt x="4145" y="1705"/>
                    <a:pt x="4248" y="1001"/>
                  </a:cubicBezTo>
                  <a:cubicBezTo>
                    <a:pt x="4306" y="666"/>
                    <a:pt x="4248" y="262"/>
                    <a:pt x="3971" y="89"/>
                  </a:cubicBezTo>
                  <a:cubicBezTo>
                    <a:pt x="3875" y="28"/>
                    <a:pt x="3766" y="1"/>
                    <a:pt x="365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3"/>
            <p:cNvSpPr/>
            <p:nvPr/>
          </p:nvSpPr>
          <p:spPr>
            <a:xfrm>
              <a:off x="5342072" y="2964396"/>
              <a:ext cx="178299" cy="137605"/>
            </a:xfrm>
            <a:custGeom>
              <a:rect b="b" l="l" r="r" t="t"/>
              <a:pathLst>
                <a:path extrusionOk="0" h="3324" w="4307">
                  <a:moveTo>
                    <a:pt x="3626" y="0"/>
                  </a:moveTo>
                  <a:cubicBezTo>
                    <a:pt x="3508" y="0"/>
                    <a:pt x="3391" y="30"/>
                    <a:pt x="3290" y="80"/>
                  </a:cubicBezTo>
                  <a:cubicBezTo>
                    <a:pt x="3094" y="184"/>
                    <a:pt x="2933" y="346"/>
                    <a:pt x="2806" y="519"/>
                  </a:cubicBezTo>
                  <a:cubicBezTo>
                    <a:pt x="2444" y="1039"/>
                    <a:pt x="2204" y="1946"/>
                    <a:pt x="2476" y="2558"/>
                  </a:cubicBezTo>
                  <a:lnTo>
                    <a:pt x="2476" y="2558"/>
                  </a:lnTo>
                  <a:cubicBezTo>
                    <a:pt x="2251" y="2104"/>
                    <a:pt x="1638" y="1762"/>
                    <a:pt x="1167" y="1639"/>
                  </a:cubicBezTo>
                  <a:cubicBezTo>
                    <a:pt x="1046" y="1606"/>
                    <a:pt x="916" y="1587"/>
                    <a:pt x="790" y="1587"/>
                  </a:cubicBezTo>
                  <a:cubicBezTo>
                    <a:pt x="554" y="1587"/>
                    <a:pt x="328" y="1655"/>
                    <a:pt x="185" y="1835"/>
                  </a:cubicBezTo>
                  <a:cubicBezTo>
                    <a:pt x="1" y="2066"/>
                    <a:pt x="24" y="2412"/>
                    <a:pt x="185" y="2654"/>
                  </a:cubicBezTo>
                  <a:cubicBezTo>
                    <a:pt x="336" y="2897"/>
                    <a:pt x="601" y="3058"/>
                    <a:pt x="866" y="3162"/>
                  </a:cubicBezTo>
                  <a:cubicBezTo>
                    <a:pt x="1150" y="3270"/>
                    <a:pt x="1454" y="3324"/>
                    <a:pt x="1759" y="3324"/>
                  </a:cubicBezTo>
                  <a:cubicBezTo>
                    <a:pt x="2237" y="3324"/>
                    <a:pt x="2716" y="3192"/>
                    <a:pt x="3117" y="2931"/>
                  </a:cubicBezTo>
                  <a:cubicBezTo>
                    <a:pt x="3787" y="2516"/>
                    <a:pt x="4225" y="1777"/>
                    <a:pt x="4283" y="992"/>
                  </a:cubicBezTo>
                  <a:cubicBezTo>
                    <a:pt x="4306" y="646"/>
                    <a:pt x="4225" y="230"/>
                    <a:pt x="3914" y="69"/>
                  </a:cubicBezTo>
                  <a:cubicBezTo>
                    <a:pt x="3824" y="21"/>
                    <a:pt x="3725" y="0"/>
                    <a:pt x="36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3"/>
            <p:cNvSpPr/>
            <p:nvPr/>
          </p:nvSpPr>
          <p:spPr>
            <a:xfrm>
              <a:off x="5317234" y="2828534"/>
              <a:ext cx="109455" cy="143360"/>
            </a:xfrm>
            <a:custGeom>
              <a:rect b="b" l="l" r="r" t="t"/>
              <a:pathLst>
                <a:path extrusionOk="0" h="3463" w="2644">
                  <a:moveTo>
                    <a:pt x="1104" y="1"/>
                  </a:moveTo>
                  <a:cubicBezTo>
                    <a:pt x="689" y="1"/>
                    <a:pt x="305" y="323"/>
                    <a:pt x="151" y="719"/>
                  </a:cubicBezTo>
                  <a:cubicBezTo>
                    <a:pt x="1" y="1135"/>
                    <a:pt x="58" y="1608"/>
                    <a:pt x="243" y="2012"/>
                  </a:cubicBezTo>
                  <a:cubicBezTo>
                    <a:pt x="370" y="2289"/>
                    <a:pt x="555" y="2554"/>
                    <a:pt x="774" y="2774"/>
                  </a:cubicBezTo>
                  <a:cubicBezTo>
                    <a:pt x="959" y="2958"/>
                    <a:pt x="1178" y="3120"/>
                    <a:pt x="1420" y="3235"/>
                  </a:cubicBezTo>
                  <a:cubicBezTo>
                    <a:pt x="1565" y="3313"/>
                    <a:pt x="1839" y="3462"/>
                    <a:pt x="2039" y="3462"/>
                  </a:cubicBezTo>
                  <a:cubicBezTo>
                    <a:pt x="2079" y="3462"/>
                    <a:pt x="2115" y="3456"/>
                    <a:pt x="2148" y="3443"/>
                  </a:cubicBezTo>
                  <a:cubicBezTo>
                    <a:pt x="2344" y="3362"/>
                    <a:pt x="2459" y="2981"/>
                    <a:pt x="2517" y="2797"/>
                  </a:cubicBezTo>
                  <a:cubicBezTo>
                    <a:pt x="2609" y="2497"/>
                    <a:pt x="2644" y="2185"/>
                    <a:pt x="2621" y="1885"/>
                  </a:cubicBezTo>
                  <a:cubicBezTo>
                    <a:pt x="2575" y="1342"/>
                    <a:pt x="2344" y="835"/>
                    <a:pt x="1974" y="442"/>
                  </a:cubicBezTo>
                  <a:cubicBezTo>
                    <a:pt x="1755" y="223"/>
                    <a:pt x="1478" y="27"/>
                    <a:pt x="1166" y="3"/>
                  </a:cubicBezTo>
                  <a:cubicBezTo>
                    <a:pt x="1145" y="2"/>
                    <a:pt x="1125" y="1"/>
                    <a:pt x="110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3"/>
            <p:cNvSpPr/>
            <p:nvPr/>
          </p:nvSpPr>
          <p:spPr>
            <a:xfrm>
              <a:off x="5395597" y="2948293"/>
              <a:ext cx="239443" cy="1088382"/>
            </a:xfrm>
            <a:custGeom>
              <a:rect b="b" l="l" r="r" t="t"/>
              <a:pathLst>
                <a:path extrusionOk="0" h="26291" w="5784">
                  <a:moveTo>
                    <a:pt x="131" y="0"/>
                  </a:moveTo>
                  <a:cubicBezTo>
                    <a:pt x="118" y="0"/>
                    <a:pt x="105" y="3"/>
                    <a:pt x="93" y="8"/>
                  </a:cubicBezTo>
                  <a:cubicBezTo>
                    <a:pt x="35" y="31"/>
                    <a:pt x="1" y="100"/>
                    <a:pt x="24" y="169"/>
                  </a:cubicBezTo>
                  <a:cubicBezTo>
                    <a:pt x="3233" y="8503"/>
                    <a:pt x="5079" y="17252"/>
                    <a:pt x="5541" y="26175"/>
                  </a:cubicBezTo>
                  <a:cubicBezTo>
                    <a:pt x="5541" y="26232"/>
                    <a:pt x="5599" y="26290"/>
                    <a:pt x="5656" y="26290"/>
                  </a:cubicBezTo>
                  <a:lnTo>
                    <a:pt x="5668" y="26290"/>
                  </a:lnTo>
                  <a:cubicBezTo>
                    <a:pt x="5726" y="26279"/>
                    <a:pt x="5783" y="26232"/>
                    <a:pt x="5772" y="26163"/>
                  </a:cubicBezTo>
                  <a:cubicBezTo>
                    <a:pt x="5322" y="17218"/>
                    <a:pt x="3463" y="8445"/>
                    <a:pt x="243" y="77"/>
                  </a:cubicBezTo>
                  <a:cubicBezTo>
                    <a:pt x="225" y="32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3"/>
            <p:cNvSpPr/>
            <p:nvPr/>
          </p:nvSpPr>
          <p:spPr>
            <a:xfrm>
              <a:off x="5237920" y="3210453"/>
              <a:ext cx="111318" cy="153461"/>
            </a:xfrm>
            <a:custGeom>
              <a:rect b="b" l="l" r="r" t="t"/>
              <a:pathLst>
                <a:path extrusionOk="0" h="3707" w="2689">
                  <a:moveTo>
                    <a:pt x="1039" y="1"/>
                  </a:moveTo>
                  <a:cubicBezTo>
                    <a:pt x="981" y="1"/>
                    <a:pt x="924" y="8"/>
                    <a:pt x="866" y="23"/>
                  </a:cubicBezTo>
                  <a:cubicBezTo>
                    <a:pt x="555" y="104"/>
                    <a:pt x="358" y="404"/>
                    <a:pt x="243" y="704"/>
                  </a:cubicBezTo>
                  <a:cubicBezTo>
                    <a:pt x="0" y="1350"/>
                    <a:pt x="81" y="2124"/>
                    <a:pt x="474" y="2713"/>
                  </a:cubicBezTo>
                  <a:cubicBezTo>
                    <a:pt x="820" y="3243"/>
                    <a:pt x="1432" y="3636"/>
                    <a:pt x="2067" y="3705"/>
                  </a:cubicBezTo>
                  <a:cubicBezTo>
                    <a:pt x="2079" y="3706"/>
                    <a:pt x="2091" y="3707"/>
                    <a:pt x="2103" y="3707"/>
                  </a:cubicBezTo>
                  <a:cubicBezTo>
                    <a:pt x="2668" y="3707"/>
                    <a:pt x="2689" y="2381"/>
                    <a:pt x="2632" y="1997"/>
                  </a:cubicBezTo>
                  <a:cubicBezTo>
                    <a:pt x="2551" y="1385"/>
                    <a:pt x="2263" y="808"/>
                    <a:pt x="1824" y="381"/>
                  </a:cubicBezTo>
                  <a:cubicBezTo>
                    <a:pt x="1612" y="179"/>
                    <a:pt x="1328" y="1"/>
                    <a:pt x="10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3"/>
            <p:cNvSpPr/>
            <p:nvPr/>
          </p:nvSpPr>
          <p:spPr>
            <a:xfrm>
              <a:off x="5247938" y="3331743"/>
              <a:ext cx="194071" cy="153005"/>
            </a:xfrm>
            <a:custGeom>
              <a:rect b="b" l="l" r="r" t="t"/>
              <a:pathLst>
                <a:path extrusionOk="0" h="3696" w="4688">
                  <a:moveTo>
                    <a:pt x="3965" y="0"/>
                  </a:moveTo>
                  <a:cubicBezTo>
                    <a:pt x="3660" y="0"/>
                    <a:pt x="3398" y="243"/>
                    <a:pt x="3210" y="487"/>
                  </a:cubicBezTo>
                  <a:cubicBezTo>
                    <a:pt x="2979" y="810"/>
                    <a:pt x="2817" y="1179"/>
                    <a:pt x="2725" y="1572"/>
                  </a:cubicBezTo>
                  <a:cubicBezTo>
                    <a:pt x="2621" y="1976"/>
                    <a:pt x="2667" y="2357"/>
                    <a:pt x="2667" y="2760"/>
                  </a:cubicBezTo>
                  <a:cubicBezTo>
                    <a:pt x="2529" y="2737"/>
                    <a:pt x="2367" y="2530"/>
                    <a:pt x="2252" y="2437"/>
                  </a:cubicBezTo>
                  <a:cubicBezTo>
                    <a:pt x="2102" y="2322"/>
                    <a:pt x="1940" y="2206"/>
                    <a:pt x="1767" y="2126"/>
                  </a:cubicBezTo>
                  <a:cubicBezTo>
                    <a:pt x="1542" y="2013"/>
                    <a:pt x="1289" y="1940"/>
                    <a:pt x="1041" y="1940"/>
                  </a:cubicBezTo>
                  <a:cubicBezTo>
                    <a:pt x="906" y="1940"/>
                    <a:pt x="773" y="1962"/>
                    <a:pt x="647" y="2010"/>
                  </a:cubicBezTo>
                  <a:cubicBezTo>
                    <a:pt x="289" y="2149"/>
                    <a:pt x="1" y="2530"/>
                    <a:pt x="70" y="2911"/>
                  </a:cubicBezTo>
                  <a:cubicBezTo>
                    <a:pt x="105" y="3176"/>
                    <a:pt x="313" y="3407"/>
                    <a:pt x="555" y="3534"/>
                  </a:cubicBezTo>
                  <a:cubicBezTo>
                    <a:pt x="786" y="3661"/>
                    <a:pt x="1074" y="3695"/>
                    <a:pt x="1340" y="3695"/>
                  </a:cubicBezTo>
                  <a:cubicBezTo>
                    <a:pt x="1357" y="3696"/>
                    <a:pt x="1375" y="3696"/>
                    <a:pt x="1392" y="3696"/>
                  </a:cubicBezTo>
                  <a:cubicBezTo>
                    <a:pt x="2068" y="3696"/>
                    <a:pt x="2751" y="3478"/>
                    <a:pt x="3302" y="3084"/>
                  </a:cubicBezTo>
                  <a:cubicBezTo>
                    <a:pt x="3868" y="2691"/>
                    <a:pt x="4306" y="2103"/>
                    <a:pt x="4537" y="1445"/>
                  </a:cubicBezTo>
                  <a:cubicBezTo>
                    <a:pt x="4629" y="1168"/>
                    <a:pt x="4687" y="856"/>
                    <a:pt x="4618" y="579"/>
                  </a:cubicBezTo>
                  <a:cubicBezTo>
                    <a:pt x="4537" y="290"/>
                    <a:pt x="4295" y="25"/>
                    <a:pt x="4006" y="2"/>
                  </a:cubicBezTo>
                  <a:cubicBezTo>
                    <a:pt x="3992" y="1"/>
                    <a:pt x="3979" y="0"/>
                    <a:pt x="39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3"/>
            <p:cNvSpPr/>
            <p:nvPr/>
          </p:nvSpPr>
          <p:spPr>
            <a:xfrm>
              <a:off x="5313426" y="3541164"/>
              <a:ext cx="200240" cy="129616"/>
            </a:xfrm>
            <a:custGeom>
              <a:rect b="b" l="l" r="r" t="t"/>
              <a:pathLst>
                <a:path extrusionOk="0" h="3131" w="4837">
                  <a:moveTo>
                    <a:pt x="3948" y="1"/>
                  </a:moveTo>
                  <a:cubicBezTo>
                    <a:pt x="3769" y="1"/>
                    <a:pt x="3589" y="47"/>
                    <a:pt x="3440" y="137"/>
                  </a:cubicBezTo>
                  <a:cubicBezTo>
                    <a:pt x="3082" y="356"/>
                    <a:pt x="2863" y="749"/>
                    <a:pt x="2770" y="1153"/>
                  </a:cubicBezTo>
                  <a:cubicBezTo>
                    <a:pt x="2721" y="1380"/>
                    <a:pt x="2799" y="2210"/>
                    <a:pt x="2509" y="2210"/>
                  </a:cubicBezTo>
                  <a:cubicBezTo>
                    <a:pt x="2461" y="2210"/>
                    <a:pt x="2403" y="2187"/>
                    <a:pt x="2332" y="2134"/>
                  </a:cubicBezTo>
                  <a:cubicBezTo>
                    <a:pt x="1916" y="1834"/>
                    <a:pt x="1547" y="1580"/>
                    <a:pt x="1028" y="1487"/>
                  </a:cubicBezTo>
                  <a:cubicBezTo>
                    <a:pt x="949" y="1475"/>
                    <a:pt x="867" y="1467"/>
                    <a:pt x="786" y="1467"/>
                  </a:cubicBezTo>
                  <a:cubicBezTo>
                    <a:pt x="567" y="1467"/>
                    <a:pt x="351" y="1521"/>
                    <a:pt x="208" y="1672"/>
                  </a:cubicBezTo>
                  <a:cubicBezTo>
                    <a:pt x="0" y="1903"/>
                    <a:pt x="35" y="2284"/>
                    <a:pt x="220" y="2526"/>
                  </a:cubicBezTo>
                  <a:cubicBezTo>
                    <a:pt x="393" y="2780"/>
                    <a:pt x="693" y="2919"/>
                    <a:pt x="993" y="3011"/>
                  </a:cubicBezTo>
                  <a:cubicBezTo>
                    <a:pt x="1277" y="3090"/>
                    <a:pt x="1573" y="3131"/>
                    <a:pt x="1870" y="3131"/>
                  </a:cubicBezTo>
                  <a:cubicBezTo>
                    <a:pt x="2225" y="3131"/>
                    <a:pt x="2581" y="3073"/>
                    <a:pt x="2921" y="2953"/>
                  </a:cubicBezTo>
                  <a:cubicBezTo>
                    <a:pt x="3532" y="2746"/>
                    <a:pt x="4086" y="2330"/>
                    <a:pt x="4456" y="1799"/>
                  </a:cubicBezTo>
                  <a:cubicBezTo>
                    <a:pt x="4617" y="1568"/>
                    <a:pt x="4756" y="1314"/>
                    <a:pt x="4802" y="1037"/>
                  </a:cubicBezTo>
                  <a:cubicBezTo>
                    <a:pt x="4837" y="760"/>
                    <a:pt x="4767" y="449"/>
                    <a:pt x="4583" y="252"/>
                  </a:cubicBezTo>
                  <a:cubicBezTo>
                    <a:pt x="4419" y="82"/>
                    <a:pt x="4184" y="1"/>
                    <a:pt x="394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63"/>
            <p:cNvSpPr/>
            <p:nvPr/>
          </p:nvSpPr>
          <p:spPr>
            <a:xfrm>
              <a:off x="5381274" y="3779439"/>
              <a:ext cx="184467" cy="119556"/>
            </a:xfrm>
            <a:custGeom>
              <a:rect b="b" l="l" r="r" t="t"/>
              <a:pathLst>
                <a:path extrusionOk="0" h="2888" w="4456">
                  <a:moveTo>
                    <a:pt x="3734" y="0"/>
                  </a:moveTo>
                  <a:cubicBezTo>
                    <a:pt x="3591" y="0"/>
                    <a:pt x="3446" y="45"/>
                    <a:pt x="3325" y="118"/>
                  </a:cubicBezTo>
                  <a:cubicBezTo>
                    <a:pt x="3140" y="222"/>
                    <a:pt x="3001" y="383"/>
                    <a:pt x="2886" y="556"/>
                  </a:cubicBezTo>
                  <a:cubicBezTo>
                    <a:pt x="2632" y="937"/>
                    <a:pt x="2517" y="1353"/>
                    <a:pt x="2459" y="1803"/>
                  </a:cubicBezTo>
                  <a:cubicBezTo>
                    <a:pt x="2445" y="1944"/>
                    <a:pt x="2414" y="2041"/>
                    <a:pt x="2355" y="2041"/>
                  </a:cubicBezTo>
                  <a:cubicBezTo>
                    <a:pt x="2317" y="2041"/>
                    <a:pt x="2268" y="2001"/>
                    <a:pt x="2205" y="1907"/>
                  </a:cubicBezTo>
                  <a:cubicBezTo>
                    <a:pt x="2090" y="1734"/>
                    <a:pt x="1963" y="1560"/>
                    <a:pt x="1812" y="1410"/>
                  </a:cubicBezTo>
                  <a:cubicBezTo>
                    <a:pt x="1559" y="1168"/>
                    <a:pt x="1235" y="983"/>
                    <a:pt x="878" y="983"/>
                  </a:cubicBezTo>
                  <a:cubicBezTo>
                    <a:pt x="531" y="983"/>
                    <a:pt x="162" y="1203"/>
                    <a:pt x="70" y="1549"/>
                  </a:cubicBezTo>
                  <a:cubicBezTo>
                    <a:pt x="0" y="1803"/>
                    <a:pt x="93" y="2091"/>
                    <a:pt x="266" y="2299"/>
                  </a:cubicBezTo>
                  <a:cubicBezTo>
                    <a:pt x="450" y="2507"/>
                    <a:pt x="693" y="2634"/>
                    <a:pt x="947" y="2726"/>
                  </a:cubicBezTo>
                  <a:cubicBezTo>
                    <a:pt x="1243" y="2833"/>
                    <a:pt x="1558" y="2888"/>
                    <a:pt x="1874" y="2888"/>
                  </a:cubicBezTo>
                  <a:cubicBezTo>
                    <a:pt x="2173" y="2888"/>
                    <a:pt x="2473" y="2839"/>
                    <a:pt x="2759" y="2738"/>
                  </a:cubicBezTo>
                  <a:cubicBezTo>
                    <a:pt x="3336" y="2542"/>
                    <a:pt x="3844" y="2138"/>
                    <a:pt x="4167" y="1607"/>
                  </a:cubicBezTo>
                  <a:cubicBezTo>
                    <a:pt x="4340" y="1353"/>
                    <a:pt x="4456" y="1041"/>
                    <a:pt x="4433" y="741"/>
                  </a:cubicBezTo>
                  <a:cubicBezTo>
                    <a:pt x="4410" y="429"/>
                    <a:pt x="4213" y="118"/>
                    <a:pt x="3913" y="25"/>
                  </a:cubicBezTo>
                  <a:cubicBezTo>
                    <a:pt x="3855" y="8"/>
                    <a:pt x="3794" y="0"/>
                    <a:pt x="37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3"/>
            <p:cNvSpPr/>
            <p:nvPr/>
          </p:nvSpPr>
          <p:spPr>
            <a:xfrm>
              <a:off x="5308624" y="3326734"/>
              <a:ext cx="209347" cy="701315"/>
            </a:xfrm>
            <a:custGeom>
              <a:rect b="b" l="l" r="r" t="t"/>
              <a:pathLst>
                <a:path extrusionOk="0" h="16941" w="5057">
                  <a:moveTo>
                    <a:pt x="131" y="0"/>
                  </a:moveTo>
                  <a:cubicBezTo>
                    <a:pt x="118" y="0"/>
                    <a:pt x="105" y="2"/>
                    <a:pt x="93" y="7"/>
                  </a:cubicBezTo>
                  <a:cubicBezTo>
                    <a:pt x="35" y="19"/>
                    <a:pt x="1" y="77"/>
                    <a:pt x="12" y="134"/>
                  </a:cubicBezTo>
                  <a:lnTo>
                    <a:pt x="35" y="319"/>
                  </a:lnTo>
                  <a:cubicBezTo>
                    <a:pt x="47" y="365"/>
                    <a:pt x="82" y="400"/>
                    <a:pt x="116" y="411"/>
                  </a:cubicBezTo>
                  <a:cubicBezTo>
                    <a:pt x="2309" y="5686"/>
                    <a:pt x="3879" y="11215"/>
                    <a:pt x="4803" y="16848"/>
                  </a:cubicBezTo>
                  <a:cubicBezTo>
                    <a:pt x="4814" y="16906"/>
                    <a:pt x="4860" y="16940"/>
                    <a:pt x="4918" y="16940"/>
                  </a:cubicBezTo>
                  <a:lnTo>
                    <a:pt x="4941" y="16940"/>
                  </a:lnTo>
                  <a:cubicBezTo>
                    <a:pt x="5010" y="16929"/>
                    <a:pt x="5056" y="16871"/>
                    <a:pt x="5045" y="16802"/>
                  </a:cubicBezTo>
                  <a:cubicBezTo>
                    <a:pt x="4098" y="11065"/>
                    <a:pt x="2482" y="5432"/>
                    <a:pt x="243" y="77"/>
                  </a:cubicBezTo>
                  <a:cubicBezTo>
                    <a:pt x="225" y="31"/>
                    <a:pt x="178" y="0"/>
                    <a:pt x="1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3"/>
            <p:cNvSpPr/>
            <p:nvPr/>
          </p:nvSpPr>
          <p:spPr>
            <a:xfrm>
              <a:off x="5393693" y="3978760"/>
              <a:ext cx="524713" cy="602582"/>
            </a:xfrm>
            <a:custGeom>
              <a:rect b="b" l="l" r="r" t="t"/>
              <a:pathLst>
                <a:path extrusionOk="0" h="14556" w="12675">
                  <a:moveTo>
                    <a:pt x="0" y="0"/>
                  </a:moveTo>
                  <a:lnTo>
                    <a:pt x="2413" y="14556"/>
                  </a:lnTo>
                  <a:lnTo>
                    <a:pt x="10262" y="14556"/>
                  </a:lnTo>
                  <a:lnTo>
                    <a:pt x="126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3"/>
            <p:cNvSpPr/>
            <p:nvPr/>
          </p:nvSpPr>
          <p:spPr>
            <a:xfrm>
              <a:off x="5617768" y="4100133"/>
              <a:ext cx="281006" cy="85072"/>
            </a:xfrm>
            <a:custGeom>
              <a:rect b="b" l="l" r="r" t="t"/>
              <a:pathLst>
                <a:path extrusionOk="0" h="2055" w="6788">
                  <a:moveTo>
                    <a:pt x="1" y="0"/>
                  </a:moveTo>
                  <a:lnTo>
                    <a:pt x="6442" y="2055"/>
                  </a:lnTo>
                  <a:lnTo>
                    <a:pt x="6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8" name="Google Shape;1158;p63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64"/>
          <p:cNvSpPr/>
          <p:nvPr/>
        </p:nvSpPr>
        <p:spPr>
          <a:xfrm>
            <a:off x="-27975" y="4608575"/>
            <a:ext cx="9186676" cy="49950"/>
          </a:xfrm>
          <a:custGeom>
            <a:rect b="b" l="l" r="r" t="t"/>
            <a:pathLst>
              <a:path extrusionOk="0" h="1998" w="286524">
                <a:moveTo>
                  <a:pt x="0" y="1"/>
                </a:moveTo>
                <a:lnTo>
                  <a:pt x="0" y="1998"/>
                </a:lnTo>
                <a:lnTo>
                  <a:pt x="286524" y="1998"/>
                </a:lnTo>
                <a:lnTo>
                  <a:pt x="28652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64"/>
          <p:cNvSpPr/>
          <p:nvPr/>
        </p:nvSpPr>
        <p:spPr>
          <a:xfrm rot="10800000">
            <a:off x="6457240" y="-543600"/>
            <a:ext cx="3146972" cy="1937602"/>
          </a:xfrm>
          <a:custGeom>
            <a:rect b="b" l="l" r="r" t="t"/>
            <a:pathLst>
              <a:path extrusionOk="0" h="86888" w="154966">
                <a:moveTo>
                  <a:pt x="20443" y="0"/>
                </a:moveTo>
                <a:cubicBezTo>
                  <a:pt x="8579" y="0"/>
                  <a:pt x="0" y="2684"/>
                  <a:pt x="0" y="2684"/>
                </a:cubicBezTo>
                <a:lnTo>
                  <a:pt x="531" y="86888"/>
                </a:lnTo>
                <a:lnTo>
                  <a:pt x="153360" y="86888"/>
                </a:lnTo>
                <a:cubicBezTo>
                  <a:pt x="154965" y="68800"/>
                  <a:pt x="149232" y="52318"/>
                  <a:pt x="125225" y="48376"/>
                </a:cubicBezTo>
                <a:cubicBezTo>
                  <a:pt x="121654" y="47790"/>
                  <a:pt x="118524" y="47608"/>
                  <a:pt x="115694" y="47608"/>
                </a:cubicBezTo>
                <a:cubicBezTo>
                  <a:pt x="111060" y="47608"/>
                  <a:pt x="107232" y="48096"/>
                  <a:pt x="103601" y="48096"/>
                </a:cubicBezTo>
                <a:cubicBezTo>
                  <a:pt x="94542" y="48096"/>
                  <a:pt x="86701" y="45058"/>
                  <a:pt x="70589" y="23824"/>
                </a:cubicBezTo>
                <a:cubicBezTo>
                  <a:pt x="55771" y="4306"/>
                  <a:pt x="35471" y="0"/>
                  <a:pt x="2044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62" name="Google Shape;1162;p64"/>
          <p:cNvGrpSpPr/>
          <p:nvPr/>
        </p:nvGrpSpPr>
        <p:grpSpPr>
          <a:xfrm flipH="1">
            <a:off x="-861009" y="0"/>
            <a:ext cx="2084995" cy="2455287"/>
            <a:chOff x="8145441" y="0"/>
            <a:chExt cx="2084995" cy="2455287"/>
          </a:xfrm>
        </p:grpSpPr>
        <p:sp>
          <p:nvSpPr>
            <p:cNvPr id="1163" name="Google Shape;1163;p64"/>
            <p:cNvSpPr/>
            <p:nvPr/>
          </p:nvSpPr>
          <p:spPr>
            <a:xfrm>
              <a:off x="8390374" y="244375"/>
              <a:ext cx="954570" cy="510996"/>
            </a:xfrm>
            <a:custGeom>
              <a:rect b="b" l="l" r="r" t="t"/>
              <a:pathLst>
                <a:path extrusionOk="0" h="10354" w="24506">
                  <a:moveTo>
                    <a:pt x="0" y="0"/>
                  </a:moveTo>
                  <a:lnTo>
                    <a:pt x="0" y="10354"/>
                  </a:lnTo>
                  <a:lnTo>
                    <a:pt x="24505" y="10354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64"/>
            <p:cNvSpPr/>
            <p:nvPr/>
          </p:nvSpPr>
          <p:spPr>
            <a:xfrm>
              <a:off x="8390374" y="881805"/>
              <a:ext cx="954570" cy="511588"/>
            </a:xfrm>
            <a:custGeom>
              <a:rect b="b" l="l" r="r" t="t"/>
              <a:pathLst>
                <a:path extrusionOk="0" h="10366" w="24506">
                  <a:moveTo>
                    <a:pt x="0" y="0"/>
                  </a:moveTo>
                  <a:lnTo>
                    <a:pt x="0" y="10366"/>
                  </a:lnTo>
                  <a:lnTo>
                    <a:pt x="24505" y="10366"/>
                  </a:lnTo>
                  <a:lnTo>
                    <a:pt x="245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64"/>
            <p:cNvSpPr/>
            <p:nvPr/>
          </p:nvSpPr>
          <p:spPr>
            <a:xfrm>
              <a:off x="8145441" y="0"/>
              <a:ext cx="2084995" cy="2455287"/>
            </a:xfrm>
            <a:custGeom>
              <a:rect b="b" l="l" r="r" t="t"/>
              <a:pathLst>
                <a:path extrusionOk="0" fill="none" h="49750" w="42247">
                  <a:moveTo>
                    <a:pt x="0" y="0"/>
                  </a:moveTo>
                  <a:lnTo>
                    <a:pt x="42246" y="0"/>
                  </a:lnTo>
                  <a:lnTo>
                    <a:pt x="42246" y="49749"/>
                  </a:lnTo>
                  <a:lnTo>
                    <a:pt x="0" y="49749"/>
                  </a:lnTo>
                  <a:close/>
                </a:path>
              </a:pathLst>
            </a:custGeom>
            <a:noFill/>
            <a:ln cap="flat" cmpd="sng" w="3750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64"/>
            <p:cNvSpPr/>
            <p:nvPr/>
          </p:nvSpPr>
          <p:spPr>
            <a:xfrm>
              <a:off x="8267882" y="123033"/>
              <a:ext cx="1840059" cy="2209758"/>
            </a:xfrm>
            <a:custGeom>
              <a:rect b="b" l="l" r="r" t="t"/>
              <a:pathLst>
                <a:path extrusionOk="0" fill="none" h="44775" w="37284">
                  <a:moveTo>
                    <a:pt x="1" y="1"/>
                  </a:moveTo>
                  <a:lnTo>
                    <a:pt x="37283" y="1"/>
                  </a:lnTo>
                  <a:lnTo>
                    <a:pt x="37283" y="44774"/>
                  </a:lnTo>
                  <a:lnTo>
                    <a:pt x="1" y="44774"/>
                  </a:lnTo>
                  <a:close/>
                </a:path>
              </a:pathLst>
            </a:custGeom>
            <a:noFill/>
            <a:ln cap="flat" cmpd="sng" w="3175">
              <a:solidFill>
                <a:schemeClr val="dk2"/>
              </a:solidFill>
              <a:prstDash val="solid"/>
              <a:miter lim="11542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28.xml"/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26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3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0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463400" y="574435"/>
            <a:ext cx="6913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000" u="none" cap="none" strike="noStrike">
                <a:solidFill>
                  <a:srgbClr val="39487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79643" y="1098982"/>
            <a:ext cx="7000200" cy="13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394876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228600" lvl="1" marL="914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658368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Kodchasan"/>
              <a:buNone/>
              <a:defRPr b="1" sz="3000">
                <a:solidFill>
                  <a:schemeClr val="dk1"/>
                </a:solidFill>
                <a:latin typeface="Kodchasan"/>
                <a:ea typeface="Kodchasan"/>
                <a:cs typeface="Kodchasan"/>
                <a:sym typeface="Kodchasan"/>
              </a:defRPr>
            </a:lvl9pPr>
          </a:lstStyle>
          <a:p/>
        </p:txBody>
      </p:sp>
      <p:sp>
        <p:nvSpPr>
          <p:cNvPr id="608" name="Google Shape;608;p36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●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○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Medium"/>
              <a:buChar char="■"/>
              <a:defRPr>
                <a:solidFill>
                  <a:schemeClr val="dk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1" name="Google Shape;1171;p65"/>
          <p:cNvGrpSpPr/>
          <p:nvPr/>
        </p:nvGrpSpPr>
        <p:grpSpPr>
          <a:xfrm>
            <a:off x="6832232" y="267308"/>
            <a:ext cx="2038868" cy="635100"/>
            <a:chOff x="6832232" y="171183"/>
            <a:chExt cx="2038868" cy="635100"/>
          </a:xfrm>
        </p:grpSpPr>
        <p:pic>
          <p:nvPicPr>
            <p:cNvPr id="1172" name="Google Shape;1172;p6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32232" y="188667"/>
              <a:ext cx="719400" cy="6001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73" name="Google Shape;1173;p65"/>
            <p:cNvGrpSpPr/>
            <p:nvPr/>
          </p:nvGrpSpPr>
          <p:grpSpPr>
            <a:xfrm>
              <a:off x="8151701" y="171183"/>
              <a:ext cx="719400" cy="635100"/>
              <a:chOff x="3951250" y="1402175"/>
              <a:chExt cx="719400" cy="635100"/>
            </a:xfrm>
          </p:grpSpPr>
          <p:sp>
            <p:nvSpPr>
              <p:cNvPr id="1174" name="Google Shape;1174;p65"/>
              <p:cNvSpPr/>
              <p:nvPr/>
            </p:nvSpPr>
            <p:spPr>
              <a:xfrm>
                <a:off x="3951250" y="1402175"/>
                <a:ext cx="719400" cy="6351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DM Sans Medium"/>
                  <a:ea typeface="DM Sans Medium"/>
                  <a:cs typeface="DM Sans Medium"/>
                  <a:sym typeface="DM Sans Medium"/>
                </a:endParaRPr>
              </a:p>
            </p:txBody>
          </p:sp>
          <p:pic>
            <p:nvPicPr>
              <p:cNvPr id="1175" name="Google Shape;1175;p65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954226" y="1405400"/>
                <a:ext cx="713450" cy="6286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76" name="Google Shape;1176;p65"/>
          <p:cNvSpPr txBox="1"/>
          <p:nvPr/>
        </p:nvSpPr>
        <p:spPr>
          <a:xfrm>
            <a:off x="1905000" y="904875"/>
            <a:ext cx="5334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3A4876"/>
                </a:solidFill>
                <a:latin typeface="Kodchasan"/>
                <a:ea typeface="Kodchasan"/>
                <a:cs typeface="Kodchasan"/>
                <a:sym typeface="Kodchasan"/>
              </a:rPr>
              <a:t>HackCelestial 3.0</a:t>
            </a:r>
            <a:endParaRPr b="1" sz="3200">
              <a:solidFill>
                <a:srgbClr val="3A4876"/>
              </a:solidFill>
              <a:latin typeface="Kodchasan"/>
              <a:ea typeface="Kodchasan"/>
              <a:cs typeface="Kodchasan"/>
              <a:sym typeface="Kodchasan"/>
            </a:endParaRPr>
          </a:p>
        </p:txBody>
      </p:sp>
      <p:grpSp>
        <p:nvGrpSpPr>
          <p:cNvPr id="1177" name="Google Shape;1177;p65"/>
          <p:cNvGrpSpPr/>
          <p:nvPr/>
        </p:nvGrpSpPr>
        <p:grpSpPr>
          <a:xfrm>
            <a:off x="153850" y="258579"/>
            <a:ext cx="2544675" cy="652550"/>
            <a:chOff x="153850" y="258579"/>
            <a:chExt cx="2544675" cy="652550"/>
          </a:xfrm>
        </p:grpSpPr>
        <p:pic>
          <p:nvPicPr>
            <p:cNvPr id="1178" name="Google Shape;1178;p65"/>
            <p:cNvPicPr preferRelativeResize="0"/>
            <p:nvPr/>
          </p:nvPicPr>
          <p:blipFill rotWithShape="1">
            <a:blip r:embed="rId5">
              <a:alphaModFix/>
            </a:blip>
            <a:srcRect b="7442" l="0" r="0" t="0"/>
            <a:stretch/>
          </p:blipFill>
          <p:spPr>
            <a:xfrm>
              <a:off x="2051050" y="258579"/>
              <a:ext cx="647475" cy="652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9" name="Google Shape;1179;p65" title="Pillai logo black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53850" y="284704"/>
              <a:ext cx="1313788" cy="600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80" name="Google Shape;1180;p65"/>
          <p:cNvSpPr txBox="1"/>
          <p:nvPr/>
        </p:nvSpPr>
        <p:spPr>
          <a:xfrm>
            <a:off x="2834400" y="258575"/>
            <a:ext cx="34752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00000"/>
                </a:solidFill>
              </a:rPr>
              <a:t>Mahatma Education Society’s</a:t>
            </a:r>
            <a:endParaRPr b="1" sz="10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1700">
                <a:solidFill>
                  <a:srgbClr val="000000"/>
                </a:solidFill>
              </a:rPr>
              <a:t>PILLAI UNIVERSITY</a:t>
            </a:r>
            <a:endParaRPr sz="800">
              <a:solidFill>
                <a:srgbClr val="000000"/>
              </a:solidFill>
            </a:endParaRPr>
          </a:p>
        </p:txBody>
      </p:sp>
      <p:sp>
        <p:nvSpPr>
          <p:cNvPr id="1181" name="Google Shape;1181;p65"/>
          <p:cNvSpPr/>
          <p:nvPr/>
        </p:nvSpPr>
        <p:spPr>
          <a:xfrm>
            <a:off x="571500" y="1714500"/>
            <a:ext cx="3905400" cy="1047900"/>
          </a:xfrm>
          <a:prstGeom prst="roundRect">
            <a:avLst>
              <a:gd fmla="val 1454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65"/>
          <p:cNvSpPr/>
          <p:nvPr/>
        </p:nvSpPr>
        <p:spPr>
          <a:xfrm>
            <a:off x="571500" y="2952750"/>
            <a:ext cx="3905400" cy="1809600"/>
          </a:xfrm>
          <a:prstGeom prst="roundRect">
            <a:avLst>
              <a:gd fmla="val 842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65"/>
          <p:cNvSpPr/>
          <p:nvPr/>
        </p:nvSpPr>
        <p:spPr>
          <a:xfrm>
            <a:off x="4667250" y="1714500"/>
            <a:ext cx="3905400" cy="3048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65"/>
          <p:cNvSpPr txBox="1"/>
          <p:nvPr/>
        </p:nvSpPr>
        <p:spPr>
          <a:xfrm>
            <a:off x="762000" y="1857375"/>
            <a:ext cx="352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B8AB8"/>
                </a:solidFill>
                <a:latin typeface="DM Sans"/>
                <a:ea typeface="DM Sans"/>
                <a:cs typeface="DM Sans"/>
                <a:sym typeface="DM Sans"/>
              </a:rPr>
              <a:t>01. Identification</a:t>
            </a:r>
            <a:endParaRPr b="1" sz="1000">
              <a:solidFill>
                <a:srgbClr val="7B8A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A4876"/>
                </a:solidFill>
                <a:latin typeface="DM Sans"/>
                <a:ea typeface="DM Sans"/>
                <a:cs typeface="DM Sans"/>
                <a:sym typeface="DM Sans"/>
              </a:rPr>
              <a:t>Team Name:</a:t>
            </a:r>
            <a:endParaRPr b="1" sz="2000">
              <a:solidFill>
                <a:srgbClr val="3A487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5" name="Google Shape;1185;p65"/>
          <p:cNvSpPr txBox="1"/>
          <p:nvPr/>
        </p:nvSpPr>
        <p:spPr>
          <a:xfrm>
            <a:off x="762000" y="3095625"/>
            <a:ext cx="35244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B8AB8"/>
                </a:solidFill>
                <a:latin typeface="DM Sans"/>
                <a:ea typeface="DM Sans"/>
                <a:cs typeface="DM Sans"/>
                <a:sym typeface="DM Sans"/>
              </a:rPr>
              <a:t>02. Focus Area</a:t>
            </a:r>
            <a:endParaRPr b="1" sz="1000">
              <a:solidFill>
                <a:srgbClr val="7B8A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A4876"/>
                </a:solidFill>
                <a:latin typeface="DM Sans"/>
                <a:ea typeface="DM Sans"/>
                <a:cs typeface="DM Sans"/>
                <a:sym typeface="DM Sans"/>
              </a:rPr>
              <a:t>Problem Statement Title:</a:t>
            </a:r>
            <a:endParaRPr b="1" sz="2000">
              <a:solidFill>
                <a:srgbClr val="3A487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6" name="Google Shape;1186;p65"/>
          <p:cNvSpPr txBox="1"/>
          <p:nvPr/>
        </p:nvSpPr>
        <p:spPr>
          <a:xfrm>
            <a:off x="4857750" y="1857375"/>
            <a:ext cx="3524400" cy="27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7B8AB8"/>
                </a:solidFill>
                <a:latin typeface="DM Sans"/>
                <a:ea typeface="DM Sans"/>
                <a:cs typeface="DM Sans"/>
                <a:sym typeface="DM Sans"/>
              </a:rPr>
              <a:t>03. Pitch Summary</a:t>
            </a:r>
            <a:endParaRPr b="1" sz="1000">
              <a:solidFill>
                <a:srgbClr val="7B8A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A4876"/>
                </a:solidFill>
                <a:latin typeface="DM Sans"/>
                <a:ea typeface="DM Sans"/>
                <a:cs typeface="DM Sans"/>
                <a:sym typeface="DM Sans"/>
              </a:rPr>
              <a:t>Abstract:</a:t>
            </a:r>
            <a:endParaRPr b="1" sz="2000">
              <a:solidFill>
                <a:srgbClr val="3A4876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1" lang="en-US" sz="1200">
                <a:solidFill>
                  <a:srgbClr val="5C6E9E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(In 100 words or less)</a:t>
            </a:r>
            <a:endParaRPr b="0" i="1" sz="1200">
              <a:solidFill>
                <a:srgbClr val="5C6E9E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66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Proposed Solution</a:t>
            </a:r>
            <a:endParaRPr/>
          </a:p>
        </p:txBody>
      </p:sp>
      <p:sp>
        <p:nvSpPr>
          <p:cNvPr id="1192" name="Google Shape;1192;p66"/>
          <p:cNvSpPr txBox="1"/>
          <p:nvPr>
            <p:ph idx="4294967295" type="body"/>
          </p:nvPr>
        </p:nvSpPr>
        <p:spPr>
          <a:xfrm>
            <a:off x="720000" y="1291944"/>
            <a:ext cx="7704000" cy="200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Detailed explanation of the proposed solution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How it addresses the problem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67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Flow Chart / Architecture</a:t>
            </a:r>
            <a:endParaRPr/>
          </a:p>
        </p:txBody>
      </p:sp>
      <p:sp>
        <p:nvSpPr>
          <p:cNvPr id="1198" name="Google Shape;1198;p67"/>
          <p:cNvSpPr txBox="1"/>
          <p:nvPr>
            <p:ph idx="4294967295" type="body"/>
          </p:nvPr>
        </p:nvSpPr>
        <p:spPr>
          <a:xfrm>
            <a:off x="720000" y="1291944"/>
            <a:ext cx="77040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Flow Chart: Provide a flow chart or diagram showing how the software operates from start to finish.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Architecture Diagram: Include an architectural overview illustrating the key components and their interactions.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Visuals: Ensure the diagrams are clear and labeled for easy understanding.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68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Innovation and Unique Functionality</a:t>
            </a:r>
            <a:endParaRPr/>
          </a:p>
        </p:txBody>
      </p:sp>
      <p:sp>
        <p:nvSpPr>
          <p:cNvPr id="1204" name="Google Shape;1204;p68"/>
          <p:cNvSpPr txBox="1"/>
          <p:nvPr>
            <p:ph idx="4294967295" type="body"/>
          </p:nvPr>
        </p:nvSpPr>
        <p:spPr>
          <a:xfrm>
            <a:off x="659950" y="1834345"/>
            <a:ext cx="7704000" cy="17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Innovative Aspects: Detail what sets your software apart from other solutions.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Unique Features: Focus on any novel or unique functionalities that are not commonly available.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69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Technical Details</a:t>
            </a:r>
            <a:endParaRPr/>
          </a:p>
        </p:txBody>
      </p:sp>
      <p:sp>
        <p:nvSpPr>
          <p:cNvPr id="1210" name="Google Shape;1210;p69"/>
          <p:cNvSpPr txBox="1"/>
          <p:nvPr>
            <p:ph idx="4294967295" type="body"/>
          </p:nvPr>
        </p:nvSpPr>
        <p:spPr>
          <a:xfrm>
            <a:off x="720000" y="1215750"/>
            <a:ext cx="694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Frameworks &amp; Technologies: List the main frameworks, libraries, and technologies used.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Deployment: Describe the deployment setup (e.g., cloud services, on-premises).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Cost: Provide a rough estimate of deployment and operational costs.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Existing Solutions and Comparison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70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Existing Solutions and Comparison</a:t>
            </a:r>
            <a:endParaRPr/>
          </a:p>
        </p:txBody>
      </p:sp>
      <p:sp>
        <p:nvSpPr>
          <p:cNvPr id="1216" name="Google Shape;1216;p70"/>
          <p:cNvSpPr txBox="1"/>
          <p:nvPr>
            <p:ph idx="4294967295" type="body"/>
          </p:nvPr>
        </p:nvSpPr>
        <p:spPr>
          <a:xfrm>
            <a:off x="720000" y="1215750"/>
            <a:ext cx="694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Existing Solutions and Comparison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71" title="HackCelestial 2.0.png"/>
          <p:cNvPicPr preferRelativeResize="0"/>
          <p:nvPr/>
        </p:nvPicPr>
        <p:blipFill rotWithShape="1">
          <a:blip r:embed="rId3">
            <a:alphaModFix/>
          </a:blip>
          <a:srcRect b="351430" l="-96520" r="96520" t="-351430"/>
          <a:stretch/>
        </p:blipFill>
        <p:spPr>
          <a:xfrm>
            <a:off x="2890762" y="827675"/>
            <a:ext cx="3362473" cy="29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71"/>
          <p:cNvSpPr/>
          <p:nvPr/>
        </p:nvSpPr>
        <p:spPr>
          <a:xfrm>
            <a:off x="142875" y="1524000"/>
            <a:ext cx="4286400" cy="30480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71"/>
          <p:cNvSpPr/>
          <p:nvPr/>
        </p:nvSpPr>
        <p:spPr>
          <a:xfrm>
            <a:off x="142875" y="1524000"/>
            <a:ext cx="57300" cy="30480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4" name="Google Shape;1224;p71"/>
          <p:cNvGrpSpPr/>
          <p:nvPr/>
        </p:nvGrpSpPr>
        <p:grpSpPr>
          <a:xfrm>
            <a:off x="428625" y="1524000"/>
            <a:ext cx="3714900" cy="3048000"/>
            <a:chOff x="0" y="0"/>
            <a:chExt cx="3714900" cy="3048000"/>
          </a:xfrm>
        </p:grpSpPr>
        <p:sp>
          <p:nvSpPr>
            <p:cNvPr id="1225" name="Google Shape;1225;p71"/>
            <p:cNvSpPr/>
            <p:nvPr/>
          </p:nvSpPr>
          <p:spPr>
            <a:xfrm>
              <a:off x="0" y="0"/>
              <a:ext cx="37149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71"/>
            <p:cNvSpPr txBox="1"/>
            <p:nvPr/>
          </p:nvSpPr>
          <p:spPr>
            <a:xfrm>
              <a:off x="0" y="0"/>
              <a:ext cx="3714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play_circle_outline</a:t>
              </a:r>
              <a:endParaRPr sz="36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Demo Video Link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Share a video walkthrough or demonstration showing </a:t>
              </a: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your working solution in action.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https://youtube.com/watch?v=... or Drive Link</a:t>
              </a:r>
              <a:endParaRPr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1227" name="Google Shape;1227;p71"/>
          <p:cNvSpPr/>
          <p:nvPr/>
        </p:nvSpPr>
        <p:spPr>
          <a:xfrm>
            <a:off x="4714875" y="1524000"/>
            <a:ext cx="4286400" cy="3048000"/>
          </a:xfrm>
          <a:prstGeom prst="roundRect">
            <a:avLst>
              <a:gd fmla="val 375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71"/>
          <p:cNvSpPr/>
          <p:nvPr/>
        </p:nvSpPr>
        <p:spPr>
          <a:xfrm>
            <a:off x="4714875" y="1524000"/>
            <a:ext cx="57300" cy="30480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9" name="Google Shape;1229;p71"/>
          <p:cNvGrpSpPr/>
          <p:nvPr/>
        </p:nvGrpSpPr>
        <p:grpSpPr>
          <a:xfrm>
            <a:off x="5000625" y="1524000"/>
            <a:ext cx="3714900" cy="3048000"/>
            <a:chOff x="0" y="0"/>
            <a:chExt cx="3714900" cy="3048000"/>
          </a:xfrm>
        </p:grpSpPr>
        <p:sp>
          <p:nvSpPr>
            <p:cNvPr id="1230" name="Google Shape;1230;p71"/>
            <p:cNvSpPr/>
            <p:nvPr/>
          </p:nvSpPr>
          <p:spPr>
            <a:xfrm>
              <a:off x="0" y="0"/>
              <a:ext cx="3714900" cy="3048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71"/>
            <p:cNvSpPr txBox="1"/>
            <p:nvPr/>
          </p:nvSpPr>
          <p:spPr>
            <a:xfrm>
              <a:off x="0" y="0"/>
              <a:ext cx="37149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language</a:t>
              </a:r>
              <a:endParaRPr sz="36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293B"/>
                  </a:solidFill>
                  <a:latin typeface="Inter"/>
                  <a:ea typeface="Inter"/>
                  <a:cs typeface="Inter"/>
                  <a:sym typeface="Inter"/>
                </a:rPr>
                <a:t>Live Website Link</a:t>
              </a:r>
              <a:endParaRPr b="1" sz="18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Provide a URL to the live deployment, interactive web application, or prototype preview.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https://your-project.vercel.app or GitHub Link</a:t>
              </a:r>
              <a:endParaRPr sz="120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1232" name="Google Shape;1232;p71"/>
          <p:cNvSpPr txBox="1"/>
          <p:nvPr>
            <p:ph type="title"/>
          </p:nvPr>
        </p:nvSpPr>
        <p:spPr>
          <a:xfrm>
            <a:off x="720000" y="445025"/>
            <a:ext cx="7704000" cy="5760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Supplementary Information (Optional)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ublic Speaking Workshops by Slidesgo">
  <a:themeElements>
    <a:clrScheme name="Simple Light">
      <a:dk1>
        <a:srgbClr val="3A4876"/>
      </a:dk1>
      <a:lt1>
        <a:srgbClr val="E5EBF8"/>
      </a:lt1>
      <a:dk2>
        <a:srgbClr val="A5ADE1"/>
      </a:dk2>
      <a:lt2>
        <a:srgbClr val="C0C6EA"/>
      </a:lt2>
      <a:accent1>
        <a:srgbClr val="4DC6A8"/>
      </a:accent1>
      <a:accent2>
        <a:srgbClr val="444145"/>
      </a:accent2>
      <a:accent3>
        <a:srgbClr val="191919"/>
      </a:accent3>
      <a:accent4>
        <a:srgbClr val="FFFFFF"/>
      </a:accent4>
      <a:accent5>
        <a:srgbClr val="FFFFFF"/>
      </a:accent5>
      <a:accent6>
        <a:srgbClr val="FFFFFF"/>
      </a:accent6>
      <a:hlink>
        <a:srgbClr val="3A487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ublic Speaking Workshops by Slidesgo">
  <a:themeElements>
    <a:clrScheme name="Simple Light">
      <a:dk1>
        <a:srgbClr val="3A4876"/>
      </a:dk1>
      <a:lt1>
        <a:srgbClr val="E5EBF8"/>
      </a:lt1>
      <a:dk2>
        <a:srgbClr val="A5ADE1"/>
      </a:dk2>
      <a:lt2>
        <a:srgbClr val="C0C6EA"/>
      </a:lt2>
      <a:accent1>
        <a:srgbClr val="4DC6A8"/>
      </a:accent1>
      <a:accent2>
        <a:srgbClr val="444145"/>
      </a:accent2>
      <a:accent3>
        <a:srgbClr val="191919"/>
      </a:accent3>
      <a:accent4>
        <a:srgbClr val="FFFFFF"/>
      </a:accent4>
      <a:accent5>
        <a:srgbClr val="FFFFFF"/>
      </a:accent5>
      <a:accent6>
        <a:srgbClr val="FFFFFF"/>
      </a:accent6>
      <a:hlink>
        <a:srgbClr val="3A487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